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5" r:id="rId3"/>
    <p:sldMasterId id="2147483702" r:id="rId4"/>
    <p:sldMasterId id="2147483729" r:id="rId5"/>
  </p:sldMasterIdLst>
  <p:notesMasterIdLst>
    <p:notesMasterId r:id="rId11"/>
  </p:notesMasterIdLst>
  <p:sldIdLst>
    <p:sldId id="256" r:id="rId6"/>
    <p:sldId id="262" r:id="rId7"/>
    <p:sldId id="275" r:id="rId8"/>
    <p:sldId id="274" r:id="rId9"/>
    <p:sldId id="259" r:id="rId10"/>
    <p:sldId id="273" r:id="rId12"/>
    <p:sldId id="270" r:id="rId13"/>
    <p:sldId id="271" r:id="rId14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gs" Target="tags/tag2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7" Type="http://schemas.openxmlformats.org/officeDocument/2006/relationships/theme" Target="../theme/theme1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9.xml"/><Relationship Id="rId27" Type="http://schemas.openxmlformats.org/officeDocument/2006/relationships/theme" Target="../theme/theme2.xml"/><Relationship Id="rId26" Type="http://schemas.openxmlformats.org/officeDocument/2006/relationships/slideLayout" Target="../slideLayouts/slideLayout52.xml"/><Relationship Id="rId25" Type="http://schemas.openxmlformats.org/officeDocument/2006/relationships/slideLayout" Target="../slideLayouts/slideLayout51.xml"/><Relationship Id="rId24" Type="http://schemas.openxmlformats.org/officeDocument/2006/relationships/slideLayout" Target="../slideLayouts/slideLayout50.xml"/><Relationship Id="rId23" Type="http://schemas.openxmlformats.org/officeDocument/2006/relationships/slideLayout" Target="../slideLayouts/slideLayout49.xml"/><Relationship Id="rId22" Type="http://schemas.openxmlformats.org/officeDocument/2006/relationships/slideLayout" Target="../slideLayouts/slideLayout48.xml"/><Relationship Id="rId21" Type="http://schemas.openxmlformats.org/officeDocument/2006/relationships/slideLayout" Target="../slideLayouts/slideLayout47.xml"/><Relationship Id="rId20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1.xml"/><Relationship Id="rId8" Type="http://schemas.openxmlformats.org/officeDocument/2006/relationships/slideLayout" Target="../slideLayouts/slideLayout60.xml"/><Relationship Id="rId7" Type="http://schemas.openxmlformats.org/officeDocument/2006/relationships/slideLayout" Target="../slideLayouts/slideLayout59.xml"/><Relationship Id="rId6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5.xml"/><Relationship Id="rId27" Type="http://schemas.openxmlformats.org/officeDocument/2006/relationships/theme" Target="../theme/theme3.xml"/><Relationship Id="rId26" Type="http://schemas.openxmlformats.org/officeDocument/2006/relationships/slideLayout" Target="../slideLayouts/slideLayout78.xml"/><Relationship Id="rId25" Type="http://schemas.openxmlformats.org/officeDocument/2006/relationships/slideLayout" Target="../slideLayouts/slideLayout77.xml"/><Relationship Id="rId24" Type="http://schemas.openxmlformats.org/officeDocument/2006/relationships/slideLayout" Target="../slideLayouts/slideLayout76.xml"/><Relationship Id="rId23" Type="http://schemas.openxmlformats.org/officeDocument/2006/relationships/slideLayout" Target="../slideLayouts/slideLayout75.xml"/><Relationship Id="rId22" Type="http://schemas.openxmlformats.org/officeDocument/2006/relationships/slideLayout" Target="../slideLayouts/slideLayout74.xml"/><Relationship Id="rId21" Type="http://schemas.openxmlformats.org/officeDocument/2006/relationships/slideLayout" Target="../slideLayouts/slideLayout73.xml"/><Relationship Id="rId20" Type="http://schemas.openxmlformats.org/officeDocument/2006/relationships/slideLayout" Target="../slideLayouts/slideLayout72.xml"/><Relationship Id="rId2" Type="http://schemas.openxmlformats.org/officeDocument/2006/relationships/slideLayout" Target="../slideLayouts/slideLayout54.xml"/><Relationship Id="rId19" Type="http://schemas.openxmlformats.org/officeDocument/2006/relationships/slideLayout" Target="../slideLayouts/slideLayout71.xml"/><Relationship Id="rId18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69.xml"/><Relationship Id="rId16" Type="http://schemas.openxmlformats.org/officeDocument/2006/relationships/slideLayout" Target="../slideLayouts/slideLayout68.xml"/><Relationship Id="rId15" Type="http://schemas.openxmlformats.org/officeDocument/2006/relationships/slideLayout" Target="../slideLayouts/slideLayout67.xml"/><Relationship Id="rId14" Type="http://schemas.openxmlformats.org/officeDocument/2006/relationships/slideLayout" Target="../slideLayouts/slideLayout66.xml"/><Relationship Id="rId13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2.xml"/><Relationship Id="rId1" Type="http://schemas.openxmlformats.org/officeDocument/2006/relationships/slideLayout" Target="../slideLayouts/slideLayout5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7.xml"/><Relationship Id="rId8" Type="http://schemas.openxmlformats.org/officeDocument/2006/relationships/slideLayout" Target="../slideLayouts/slideLayout86.xml"/><Relationship Id="rId7" Type="http://schemas.openxmlformats.org/officeDocument/2006/relationships/slideLayout" Target="../slideLayouts/slideLayout85.xml"/><Relationship Id="rId6" Type="http://schemas.openxmlformats.org/officeDocument/2006/relationships/slideLayout" Target="../slideLayouts/slideLayout84.xml"/><Relationship Id="rId5" Type="http://schemas.openxmlformats.org/officeDocument/2006/relationships/slideLayout" Target="../slideLayouts/slideLayout83.xml"/><Relationship Id="rId4" Type="http://schemas.openxmlformats.org/officeDocument/2006/relationships/slideLayout" Target="../slideLayouts/slideLayout82.xml"/><Relationship Id="rId3" Type="http://schemas.openxmlformats.org/officeDocument/2006/relationships/slideLayout" Target="../slideLayouts/slideLayout81.xml"/><Relationship Id="rId27" Type="http://schemas.openxmlformats.org/officeDocument/2006/relationships/theme" Target="../theme/theme4.xml"/><Relationship Id="rId26" Type="http://schemas.openxmlformats.org/officeDocument/2006/relationships/slideLayout" Target="../slideLayouts/slideLayout104.xml"/><Relationship Id="rId25" Type="http://schemas.openxmlformats.org/officeDocument/2006/relationships/slideLayout" Target="../slideLayouts/slideLayout103.xml"/><Relationship Id="rId24" Type="http://schemas.openxmlformats.org/officeDocument/2006/relationships/slideLayout" Target="../slideLayouts/slideLayout102.xml"/><Relationship Id="rId23" Type="http://schemas.openxmlformats.org/officeDocument/2006/relationships/slideLayout" Target="../slideLayouts/slideLayout101.xml"/><Relationship Id="rId22" Type="http://schemas.openxmlformats.org/officeDocument/2006/relationships/slideLayout" Target="../slideLayouts/slideLayout100.xml"/><Relationship Id="rId21" Type="http://schemas.openxmlformats.org/officeDocument/2006/relationships/slideLayout" Target="../slideLayouts/slideLayout99.xml"/><Relationship Id="rId20" Type="http://schemas.openxmlformats.org/officeDocument/2006/relationships/slideLayout" Target="../slideLayouts/slideLayout98.xml"/><Relationship Id="rId2" Type="http://schemas.openxmlformats.org/officeDocument/2006/relationships/slideLayout" Target="../slideLayouts/slideLayout80.xml"/><Relationship Id="rId19" Type="http://schemas.openxmlformats.org/officeDocument/2006/relationships/slideLayout" Target="../slideLayouts/slideLayout97.xml"/><Relationship Id="rId18" Type="http://schemas.openxmlformats.org/officeDocument/2006/relationships/slideLayout" Target="../slideLayouts/slideLayout96.xml"/><Relationship Id="rId17" Type="http://schemas.openxmlformats.org/officeDocument/2006/relationships/slideLayout" Target="../slideLayouts/slideLayout95.xml"/><Relationship Id="rId16" Type="http://schemas.openxmlformats.org/officeDocument/2006/relationships/slideLayout" Target="../slideLayouts/slideLayout94.xml"/><Relationship Id="rId15" Type="http://schemas.openxmlformats.org/officeDocument/2006/relationships/slideLayout" Target="../slideLayouts/slideLayout93.xml"/><Relationship Id="rId14" Type="http://schemas.openxmlformats.org/officeDocument/2006/relationships/slideLayout" Target="../slideLayouts/slideLayout92.xml"/><Relationship Id="rId13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89.xml"/><Relationship Id="rId10" Type="http://schemas.openxmlformats.org/officeDocument/2006/relationships/slideLayout" Target="../slideLayouts/slideLayout88.xml"/><Relationship Id="rId1" Type="http://schemas.openxmlformats.org/officeDocument/2006/relationships/slideLayout" Target="../slideLayouts/slideLayout7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695" r:id="rId20"/>
    <p:sldLayoutId id="2147483696" r:id="rId21"/>
    <p:sldLayoutId id="2147483697" r:id="rId22"/>
    <p:sldLayoutId id="2147483698" r:id="rId23"/>
    <p:sldLayoutId id="2147483699" r:id="rId24"/>
    <p:sldLayoutId id="2147483700" r:id="rId25"/>
    <p:sldLayoutId id="2147483701" r:id="rId2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  <p:sldLayoutId id="2147483722" r:id="rId20"/>
    <p:sldLayoutId id="2147483723" r:id="rId21"/>
    <p:sldLayoutId id="2147483724" r:id="rId22"/>
    <p:sldLayoutId id="2147483725" r:id="rId23"/>
    <p:sldLayoutId id="2147483726" r:id="rId24"/>
    <p:sldLayoutId id="2147483727" r:id="rId25"/>
    <p:sldLayoutId id="2147483728" r:id="rId2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  <p:sldLayoutId id="2147483745" r:id="rId16"/>
    <p:sldLayoutId id="2147483746" r:id="rId17"/>
    <p:sldLayoutId id="2147483747" r:id="rId18"/>
    <p:sldLayoutId id="2147483748" r:id="rId19"/>
    <p:sldLayoutId id="2147483749" r:id="rId20"/>
    <p:sldLayoutId id="2147483750" r:id="rId21"/>
    <p:sldLayoutId id="2147483751" r:id="rId22"/>
    <p:sldLayoutId id="2147483752" r:id="rId23"/>
    <p:sldLayoutId id="2147483753" r:id="rId24"/>
    <p:sldLayoutId id="2147483754" r:id="rId25"/>
    <p:sldLayoutId id="2147483755" r:id="rId2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3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9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40.xml"/><Relationship Id="rId5" Type="http://schemas.openxmlformats.org/officeDocument/2006/relationships/image" Target="../media/image11.png"/><Relationship Id="rId4" Type="http://schemas.openxmlformats.org/officeDocument/2006/relationships/image" Target="../media/image7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6.xml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flipV="1">
            <a:off x="-1" y="0"/>
            <a:ext cx="12192000" cy="4618299"/>
          </a:xfrm>
          <a:prstGeom prst="round1Rect">
            <a:avLst>
              <a:gd name="adj" fmla="val 16918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8000">
                <a:schemeClr val="accent1"/>
              </a:gs>
            </a:gsLst>
            <a:lin ang="18900000" scaled="0"/>
          </a:gra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8309318" y="1219993"/>
            <a:ext cx="3355357" cy="101566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r">
              <a:lnSpc>
                <a:spcPct val="110000"/>
              </a:lnSpc>
            </a:pPr>
            <a:endParaRPr kumimoji="1" lang="zh-CN" altLang="en-US" sz="6000">
              <a:ln w="12700">
                <a:solidFill>
                  <a:srgbClr val="FFFFFF">
                    <a:alpha val="100000"/>
                  </a:srgbClr>
                </a:solidFill>
              </a:ln>
              <a:noFill/>
              <a:latin typeface="OPPOSans H" panose="00020600040101010101" charset="-122"/>
              <a:ea typeface="OPPOSans H" panose="00020600040101010101" charset="-122"/>
              <a:cs typeface="OPPOSans H" panose="00020600040101010101" charset="-122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4250079" y="240666"/>
            <a:ext cx="1493148" cy="1493148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8000">
                <a:schemeClr val="accent1"/>
              </a:gs>
            </a:gsLst>
            <a:lin ang="135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273961" y="417233"/>
            <a:ext cx="856526" cy="856526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8000">
                <a:schemeClr val="accent1"/>
              </a:gs>
            </a:gsLst>
            <a:lin ang="135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5913901" y="1363619"/>
            <a:ext cx="364198" cy="364198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8000">
                <a:schemeClr val="accent1"/>
              </a:gs>
            </a:gsLst>
            <a:lin ang="135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11229050" y="6134100"/>
            <a:ext cx="962951" cy="723900"/>
          </a:xfrm>
          <a:custGeom>
            <a:avLst/>
            <a:gdLst>
              <a:gd name="connsiteX0" fmla="*/ 775119 w 962951"/>
              <a:gd name="connsiteY0" fmla="*/ 0 h 723900"/>
              <a:gd name="connsiteX1" fmla="*/ 932490 w 962951"/>
              <a:gd name="connsiteY1" fmla="*/ 15864 h 723900"/>
              <a:gd name="connsiteX2" fmla="*/ 962951 w 962951"/>
              <a:gd name="connsiteY2" fmla="*/ 25320 h 723900"/>
              <a:gd name="connsiteX3" fmla="*/ 962951 w 962951"/>
              <a:gd name="connsiteY3" fmla="*/ 401252 h 723900"/>
              <a:gd name="connsiteX4" fmla="*/ 940606 w 962951"/>
              <a:gd name="connsiteY4" fmla="*/ 389123 h 723900"/>
              <a:gd name="connsiteX5" fmla="*/ 775119 w 962951"/>
              <a:gd name="connsiteY5" fmla="*/ 355713 h 723900"/>
              <a:gd name="connsiteX6" fmla="*/ 358608 w 962951"/>
              <a:gd name="connsiteY6" fmla="*/ 695179 h 723900"/>
              <a:gd name="connsiteX7" fmla="*/ 355713 w 962951"/>
              <a:gd name="connsiteY7" fmla="*/ 723900 h 723900"/>
              <a:gd name="connsiteX8" fmla="*/ 0 w 962951"/>
              <a:gd name="connsiteY8" fmla="*/ 723900 h 723900"/>
              <a:gd name="connsiteX9" fmla="*/ 10122 w 962951"/>
              <a:gd name="connsiteY9" fmla="*/ 623490 h 723900"/>
              <a:gd name="connsiteX10" fmla="*/ 775119 w 962951"/>
              <a:gd name="connsiteY10" fmla="*/ 0 h 723900"/>
            </a:gdLst>
            <a:ahLst/>
            <a:cxnLst/>
            <a:rect l="l" t="t" r="r" b="b"/>
            <a:pathLst>
              <a:path w="962951" h="723900">
                <a:moveTo>
                  <a:pt x="775119" y="0"/>
                </a:moveTo>
                <a:cubicBezTo>
                  <a:pt x="829026" y="0"/>
                  <a:pt x="881658" y="5463"/>
                  <a:pt x="932490" y="15864"/>
                </a:cubicBezTo>
                <a:lnTo>
                  <a:pt x="962951" y="25320"/>
                </a:lnTo>
                <a:lnTo>
                  <a:pt x="962951" y="401252"/>
                </a:lnTo>
                <a:lnTo>
                  <a:pt x="940606" y="389123"/>
                </a:lnTo>
                <a:cubicBezTo>
                  <a:pt x="889742" y="367610"/>
                  <a:pt x="833820" y="355713"/>
                  <a:pt x="775119" y="355713"/>
                </a:cubicBezTo>
                <a:cubicBezTo>
                  <a:pt x="569666" y="355713"/>
                  <a:pt x="398252" y="501446"/>
                  <a:pt x="358608" y="695179"/>
                </a:cubicBezTo>
                <a:lnTo>
                  <a:pt x="355713" y="723900"/>
                </a:lnTo>
                <a:lnTo>
                  <a:pt x="0" y="723900"/>
                </a:lnTo>
                <a:lnTo>
                  <a:pt x="10122" y="623490"/>
                </a:lnTo>
                <a:cubicBezTo>
                  <a:pt x="82935" y="267665"/>
                  <a:pt x="397768" y="0"/>
                  <a:pt x="775119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91000">
                <a:schemeClr val="accent1"/>
              </a:gs>
            </a:gsLst>
            <a:lin ang="135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926465" y="1006475"/>
            <a:ext cx="10520680" cy="4470400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>
            <a:off x="652780" y="1274445"/>
            <a:ext cx="11238865" cy="26447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p>
            <a:pPr algn="ctr">
              <a:lnSpc>
                <a:spcPct val="130000"/>
              </a:lnSpc>
            </a:pPr>
            <a:r>
              <a:rPr lang="zh-CN" altLang="en-US" sz="5400" dirty="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修改内核及 LinuxF内核重编译</a:t>
            </a:r>
            <a:endParaRPr lang="zh-CN" altLang="en-US" sz="4800" dirty="0">
              <a:sym typeface="+mn-ea"/>
            </a:endParaRPr>
          </a:p>
          <a:p>
            <a:pPr algn="ctr" fontAlgn="auto">
              <a:lnSpc>
                <a:spcPct val="100000"/>
              </a:lnSpc>
            </a:pPr>
            <a:r>
              <a:rPr lang="en-US" altLang="zh-CN" sz="2000" dirty="0">
                <a:sym typeface="+mn-ea"/>
              </a:rPr>
              <a:t>                                                                             </a:t>
            </a:r>
            <a:r>
              <a:rPr lang="en-US" altLang="zh-CN" sz="2400" dirty="0">
                <a:sym typeface="+mn-ea"/>
              </a:rPr>
              <a:t>——</a:t>
            </a:r>
            <a:r>
              <a:rPr lang="zh-CN" altLang="en-US" sz="2400" dirty="0">
                <a:sym typeface="+mn-ea"/>
              </a:rPr>
              <a:t>为Linux 内核增加系统调用</a:t>
            </a:r>
            <a:r>
              <a:rPr lang="zh-CN" altLang="en-US" sz="5400" dirty="0">
                <a:sym typeface="+mn-ea"/>
              </a:rPr>
              <a:t> </a:t>
            </a:r>
            <a:endParaRPr lang="zh-CN" altLang="en-US" sz="5400" dirty="0">
              <a:sym typeface="+mn-ea"/>
            </a:endParaRPr>
          </a:p>
        </p:txBody>
      </p:sp>
      <p:cxnSp>
        <p:nvCxnSpPr>
          <p:cNvPr id="26" name="标题 1"/>
          <p:cNvCxnSpPr/>
          <p:nvPr/>
        </p:nvCxnSpPr>
        <p:spPr>
          <a:xfrm>
            <a:off x="9158748" y="4906313"/>
            <a:ext cx="1513476" cy="0"/>
          </a:xfrm>
          <a:prstGeom prst="straightConnector1">
            <a:avLst/>
          </a:prstGeom>
          <a:noFill/>
          <a:ln w="6350" cap="sq">
            <a:solidFill>
              <a:schemeClr val="bg1"/>
            </a:solidFill>
            <a:miter/>
            <a:tailEnd type="triangle"/>
          </a:ln>
        </p:spPr>
      </p:cxnSp>
      <p:sp>
        <p:nvSpPr>
          <p:cNvPr id="27" name="标题 1"/>
          <p:cNvSpPr txBox="1"/>
          <p:nvPr/>
        </p:nvSpPr>
        <p:spPr>
          <a:xfrm>
            <a:off x="6600047" y="5674476"/>
            <a:ext cx="2063894" cy="482449"/>
          </a:xfrm>
          <a:prstGeom prst="roundRect">
            <a:avLst>
              <a:gd name="adj" fmla="val 50000"/>
            </a:avLst>
          </a:prstGeom>
          <a:noFill/>
          <a:ln w="12700" cap="sq">
            <a:solidFill>
              <a:schemeClr val="accent2"/>
            </a:solidFill>
            <a:miter/>
          </a:ln>
        </p:spPr>
        <p:txBody>
          <a:bodyPr vert="horz" wrap="square" lIns="91440" tIns="45720" rIns="91440" bIns="45720" rtlCol="0" anchor="ctr"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3863976" y="5686541"/>
            <a:ext cx="2063894" cy="482449"/>
          </a:xfrm>
          <a:prstGeom prst="roundRect">
            <a:avLst>
              <a:gd name="adj" fmla="val 50000"/>
            </a:avLst>
          </a:prstGeom>
          <a:noFill/>
          <a:ln w="12700" cap="sq">
            <a:solidFill>
              <a:schemeClr val="accent2"/>
            </a:solidFill>
            <a:miter/>
          </a:ln>
        </p:spPr>
        <p:txBody>
          <a:bodyPr vert="horz" wrap="square" lIns="91440" tIns="45720" rIns="91440" bIns="45720" rtlCol="0" anchor="ctr"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 rot="20640000">
            <a:off x="3215432" y="5662745"/>
            <a:ext cx="544010" cy="544010"/>
          </a:xfrm>
          <a:prstGeom prst="ellipse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68000">
                <a:schemeClr val="accent2"/>
              </a:gs>
            </a:gsLst>
            <a:lin ang="18900000" scaled="0"/>
          </a:gradFill>
          <a:ln w="12700" cap="sq">
            <a:noFill/>
            <a:miter/>
          </a:ln>
          <a:effectLst>
            <a:outerShdw blurRad="215900" dist="38100" dir="2700000" algn="tl" rotWithShape="0">
              <a:schemeClr val="accent2">
                <a:lumMod val="75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358953" y="5805149"/>
            <a:ext cx="255698" cy="276983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ahLst/>
            <a:cxnLst/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p>
            <a:pPr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001770" y="5780405"/>
            <a:ext cx="1696720" cy="33845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p>
            <a:pPr algn="r">
              <a:lnSpc>
                <a:spcPct val="110000"/>
              </a:lnSpc>
            </a:pPr>
            <a:r>
              <a:rPr kumimoji="1" lang="zh-CN" altLang="en-US" sz="1600">
                <a:solidFill>
                  <a:srgbClr val="262626">
                    <a:alpha val="100000"/>
                  </a:srgbClr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小组</a:t>
            </a:r>
            <a:r>
              <a:rPr kumimoji="1" lang="en-US" altLang="zh-CN" sz="1600">
                <a:solidFill>
                  <a:srgbClr val="262626">
                    <a:alpha val="100000"/>
                  </a:srgbClr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：</a:t>
            </a:r>
            <a:r>
              <a:rPr kumimoji="1" lang="zh-CN" altLang="en-US" sz="1600">
                <a:solidFill>
                  <a:srgbClr val="262626">
                    <a:alpha val="100000"/>
                  </a:srgbClr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第</a:t>
            </a:r>
            <a:r>
              <a:rPr kumimoji="1" lang="en-US" altLang="zh-CN" sz="1600">
                <a:solidFill>
                  <a:srgbClr val="262626">
                    <a:alpha val="100000"/>
                  </a:srgbClr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 1 </a:t>
            </a:r>
            <a:r>
              <a:rPr kumimoji="1" lang="zh-CN" altLang="en-US" sz="1600">
                <a:solidFill>
                  <a:srgbClr val="262626">
                    <a:alpha val="100000"/>
                  </a:srgbClr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组</a:t>
            </a:r>
            <a:endParaRPr kumimoji="1" lang="zh-CN" altLang="en-US" sz="1600">
              <a:solidFill>
                <a:srgbClr val="262626">
                  <a:alpha val="100000"/>
                </a:srgbClr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32" name="标题 1"/>
          <p:cNvSpPr txBox="1"/>
          <p:nvPr/>
        </p:nvSpPr>
        <p:spPr>
          <a:xfrm>
            <a:off x="6456045" y="5746750"/>
            <a:ext cx="2005330" cy="33845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p>
            <a:pPr algn="r">
              <a:lnSpc>
                <a:spcPct val="110000"/>
              </a:lnSpc>
            </a:pPr>
            <a:r>
              <a:rPr kumimoji="1" lang="zh-CN" altLang="en-US" sz="1600">
                <a:solidFill>
                  <a:srgbClr val="262626">
                    <a:alpha val="100000"/>
                  </a:srgbClr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指导老师</a:t>
            </a:r>
            <a:r>
              <a:rPr kumimoji="1" lang="en-US" altLang="zh-CN" sz="1600">
                <a:solidFill>
                  <a:srgbClr val="262626">
                    <a:alpha val="100000"/>
                  </a:srgbClr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：</a:t>
            </a:r>
            <a:r>
              <a:rPr kumimoji="1" lang="zh-CN" altLang="en-US" sz="1600">
                <a:solidFill>
                  <a:srgbClr val="262626">
                    <a:alpha val="100000"/>
                  </a:srgbClr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黄</a:t>
            </a:r>
            <a:r>
              <a:rPr kumimoji="1" lang="zh-CN" altLang="en-US" sz="1600">
                <a:solidFill>
                  <a:srgbClr val="262626">
                    <a:alpha val="100000"/>
                  </a:srgbClr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天信</a:t>
            </a:r>
            <a:endParaRPr kumimoji="1" lang="zh-CN" altLang="en-US" sz="1600">
              <a:solidFill>
                <a:srgbClr val="262626">
                  <a:alpha val="100000"/>
                </a:srgbClr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graphicFrame>
        <p:nvGraphicFramePr>
          <p:cNvPr id="33" name="表格 32"/>
          <p:cNvGraphicFramePr/>
          <p:nvPr>
            <p:custDataLst>
              <p:tags r:id="rId1"/>
            </p:custDataLst>
          </p:nvPr>
        </p:nvGraphicFramePr>
        <p:xfrm>
          <a:off x="381635" y="4616450"/>
          <a:ext cx="1688465" cy="1813560"/>
        </p:xfrm>
        <a:graphic>
          <a:graphicData uri="http://schemas.openxmlformats.org/drawingml/2006/table">
            <a:tbl>
              <a:tblPr/>
              <a:tblGrid>
                <a:gridCol w="1688465"/>
              </a:tblGrid>
              <a:tr h="45339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CN" sz="1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组长：叶志挺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0"/>
                    </a:gradFill>
                  </a:tcPr>
                </a:tc>
              </a:tr>
              <a:tr h="45339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CN" sz="1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林浩佳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0"/>
                    </a:gradFill>
                  </a:tcPr>
                </a:tc>
              </a:tr>
              <a:tr h="45339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CN" sz="1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卢佳枫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0"/>
                    </a:gradFill>
                  </a:tcPr>
                </a:tc>
              </a:tr>
              <a:tr h="45339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CN" sz="1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苏梓豪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0"/>
                    </a:gra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87960" y="198120"/>
            <a:ext cx="11816080" cy="646176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274320" y="276860"/>
            <a:ext cx="11643360" cy="630428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96240" y="367030"/>
            <a:ext cx="11399520" cy="6123940"/>
          </a:xfrm>
          <a:prstGeom prst="rect">
            <a:avLst/>
          </a:prstGeom>
          <a:solidFill>
            <a:schemeClr val="bg1">
              <a:alpha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981450" y="1311275"/>
            <a:ext cx="6757035" cy="714375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sz="3600" b="1" kern="0" noProof="0">
                <a:ln>
                  <a:noFill/>
                </a:ln>
                <a:solidFill>
                  <a:schemeClr val="tx1"/>
                </a:solidFill>
                <a:effectLst/>
                <a:uLnTx/>
                <a:latin typeface="楷体_GB2312" pitchFamily="49" charset="-122"/>
                <a:sym typeface="+mn-ea"/>
              </a:rPr>
              <a:t>系统调用为：</a:t>
            </a:r>
            <a:r>
              <a:rPr lang="en-US" altLang="zh-CN" sz="3600" b="1" kern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latin typeface="楷体_GB2312" pitchFamily="49" charset="-122"/>
                <a:sym typeface="+mn-ea"/>
              </a:rPr>
              <a:t>mycall</a:t>
            </a:r>
            <a:r>
              <a:rPr lang="en-US" altLang="zh-CN" sz="3600" b="1" kern="0" noProof="0">
                <a:ln>
                  <a:noFill/>
                </a:ln>
                <a:solidFill>
                  <a:srgbClr val="FF0000"/>
                </a:solidFill>
                <a:effectLst/>
                <a:uLnTx/>
                <a:latin typeface="楷体_GB2312" pitchFamily="49" charset="-122"/>
                <a:sym typeface="+mn-ea"/>
              </a:rPr>
              <a:t>( </a:t>
            </a:r>
            <a:r>
              <a:rPr lang="en-US" altLang="zh-CN" sz="3600" b="1" kern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latin typeface="楷体_GB2312" pitchFamily="49" charset="-122"/>
                <a:sym typeface="+mn-ea"/>
              </a:rPr>
              <a:t>)</a:t>
            </a:r>
            <a:endParaRPr lang="en-US" altLang="zh-CN" sz="3600" b="1" kern="0" noProof="0" smtClean="0">
              <a:ln>
                <a:noFill/>
              </a:ln>
              <a:solidFill>
                <a:srgbClr val="FF0000"/>
              </a:solidFill>
              <a:effectLst/>
              <a:uLnTx/>
              <a:latin typeface="楷体_GB2312" pitchFamily="49" charset="-122"/>
              <a:sym typeface="+mn-ea"/>
            </a:endParaRPr>
          </a:p>
        </p:txBody>
      </p:sp>
      <p:sp>
        <p:nvSpPr>
          <p:cNvPr id="20" name="标题 1"/>
          <p:cNvSpPr txBox="1"/>
          <p:nvPr/>
        </p:nvSpPr>
        <p:spPr>
          <a:xfrm>
            <a:off x="4330700" y="2940685"/>
            <a:ext cx="6487160" cy="3208020"/>
          </a:xfrm>
          <a:prstGeom prst="roundRect">
            <a:avLst>
              <a:gd name="adj" fmla="val 17125"/>
            </a:avLst>
          </a:prstGeom>
          <a:solidFill>
            <a:schemeClr val="bg1"/>
          </a:solidFill>
          <a:ln w="19050" cap="sq">
            <a:noFill/>
            <a:miter/>
          </a:ln>
          <a:effectLst>
            <a:outerShdw blurRad="76200" dist="50800" dir="5400000" algn="ctr" rotWithShape="0">
              <a:schemeClr val="accent1">
                <a:lumMod val="50000"/>
                <a:alpha val="30000"/>
              </a:schemeClr>
            </a:outerShdw>
          </a:effectLst>
        </p:spPr>
        <p:txBody>
          <a:bodyPr vert="horz" wrap="square" lIns="91440" tIns="45720" rIns="91440" bIns="45720" rtlCol="0" anchor="ctr"/>
          <a:p>
            <a:pPr marL="1074420" marR="0" lvl="4" indent="0" algn="l" defTabSz="44958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Pct val="85000"/>
              <a:buFont typeface="Wingdings" panose="05000000000000000000" pitchFamily="2" charset="2"/>
              <a:buNone/>
              <a:defRPr/>
            </a:pPr>
            <a:r>
              <a:rPr lang="en-US" altLang="zh-CN" sz="2800" kern="0" noProof="0" dirty="0" err="1">
                <a:ln>
                  <a:noFill/>
                </a:ln>
                <a:effectLst/>
                <a:uLnTx/>
                <a:ea typeface="宋体" panose="02010600030101010101" pitchFamily="2" charset="-122"/>
                <a:sym typeface="+mn-ea"/>
              </a:rPr>
              <a:t>asmlinkage</a:t>
            </a:r>
            <a:r>
              <a:rPr lang="en-US" altLang="zh-CN" sz="2800" kern="0" noProof="0">
                <a:ln>
                  <a:noFill/>
                </a:ln>
                <a:effectLst/>
                <a:uLnTx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2800" kern="0" noProof="0" dirty="0" err="1">
                <a:ln>
                  <a:noFill/>
                </a:ln>
                <a:effectLst/>
                <a:uLnTx/>
                <a:ea typeface="宋体" panose="02010600030101010101" pitchFamily="2" charset="-122"/>
                <a:sym typeface="+mn-ea"/>
              </a:rPr>
              <a:t>int</a:t>
            </a:r>
            <a:r>
              <a:rPr lang="en-US" altLang="zh-CN" sz="2800" kern="0" noProof="0">
                <a:ln>
                  <a:noFill/>
                </a:ln>
                <a:effectLst/>
                <a:uLnTx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2800" kern="0" noProof="0" dirty="0" err="1">
                <a:ln>
                  <a:noFill/>
                </a:ln>
                <a:effectLst/>
                <a:uLnTx/>
                <a:ea typeface="宋体" panose="02010600030101010101" pitchFamily="2" charset="-122"/>
                <a:sym typeface="+mn-ea"/>
              </a:rPr>
              <a:t>sys_mycall</a:t>
            </a:r>
            <a:r>
              <a:rPr lang="en-US" altLang="zh-CN" sz="2800" kern="0" noProof="0">
                <a:ln>
                  <a:noFill/>
                </a:ln>
                <a:effectLst/>
                <a:uLnTx/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sz="2800" kern="0" noProof="0" dirty="0" err="1">
                <a:ln>
                  <a:noFill/>
                </a:ln>
                <a:effectLst/>
                <a:uLnTx/>
                <a:ea typeface="宋体" panose="02010600030101010101" pitchFamily="2" charset="-122"/>
                <a:sym typeface="+mn-ea"/>
              </a:rPr>
              <a:t>int</a:t>
            </a:r>
            <a:r>
              <a:rPr lang="en-US" altLang="zh-CN" sz="2800" kern="0" noProof="0">
                <a:ln>
                  <a:noFill/>
                </a:ln>
                <a:effectLst/>
                <a:uLnTx/>
                <a:ea typeface="宋体" panose="02010600030101010101" pitchFamily="2" charset="-122"/>
                <a:sym typeface="+mn-ea"/>
              </a:rPr>
              <a:t> n)</a:t>
            </a:r>
            <a:endParaRPr kumimoji="0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</a:endParaRPr>
          </a:p>
          <a:p>
            <a:pPr marL="1074420" marR="0" lvl="4" indent="0" algn="l" defTabSz="44958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Pct val="85000"/>
              <a:buFont typeface="Wingdings" panose="05000000000000000000" pitchFamily="2" charset="2"/>
              <a:buNone/>
              <a:defRPr/>
            </a:pPr>
            <a:r>
              <a:rPr lang="en-US" altLang="zh-CN" sz="2800" kern="0" noProof="0">
                <a:ln>
                  <a:noFill/>
                </a:ln>
                <a:effectLst/>
                <a:uLnTx/>
                <a:ea typeface="宋体" panose="02010600030101010101" pitchFamily="2" charset="-122"/>
                <a:sym typeface="+mn-ea"/>
              </a:rPr>
              <a:t>{  </a:t>
            </a:r>
            <a:endParaRPr lang="en-US" altLang="zh-CN" sz="2800" kern="0" spc="0" noProof="0">
              <a:ln>
                <a:noFill/>
              </a:ln>
              <a:solidFill>
                <a:schemeClr val="tx1"/>
              </a:solidFill>
              <a:effectLst/>
              <a:uLnTx/>
              <a:latin typeface="+mn-lt"/>
              <a:ea typeface="宋体" panose="02010600030101010101" pitchFamily="2" charset="-122"/>
              <a:sym typeface="+mn-ea"/>
            </a:endParaRPr>
          </a:p>
          <a:p>
            <a:pPr marL="1074420" marR="0" lvl="4" indent="457200" algn="l" defTabSz="44958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Pct val="85000"/>
              <a:buFont typeface="Wingdings" panose="05000000000000000000" pitchFamily="2" charset="2"/>
              <a:buNone/>
              <a:defRPr/>
            </a:pPr>
            <a:r>
              <a:rPr lang="en-US" altLang="zh-CN" sz="2800" kern="0" noProof="0">
                <a:ln>
                  <a:noFill/>
                </a:ln>
                <a:effectLst/>
                <a:uLnTx/>
                <a:ea typeface="宋体" panose="02010600030101010101" pitchFamily="2" charset="-122"/>
                <a:sym typeface="+mn-ea"/>
              </a:rPr>
              <a:t>if (n%2==0)     </a:t>
            </a:r>
            <a:r>
              <a:rPr lang="en-US" altLang="zh-CN" sz="2800" kern="0" noProof="0" smtClean="0">
                <a:ln>
                  <a:noFill/>
                </a:ln>
                <a:effectLst/>
                <a:uLnTx/>
                <a:ea typeface="宋体" panose="02010600030101010101" pitchFamily="2" charset="-122"/>
                <a:sym typeface="+mn-ea"/>
              </a:rPr>
              <a:t>  </a:t>
            </a:r>
            <a:endParaRPr lang="en-US" altLang="zh-CN" sz="2800" kern="0" spc="0" noProof="0" smtClean="0">
              <a:ln>
                <a:noFill/>
              </a:ln>
              <a:solidFill>
                <a:schemeClr val="tx1"/>
              </a:solidFill>
              <a:effectLst/>
              <a:uLnTx/>
              <a:latin typeface="+mn-lt"/>
              <a:ea typeface="宋体" panose="02010600030101010101" pitchFamily="2" charset="-122"/>
              <a:sym typeface="+mn-ea"/>
            </a:endParaRPr>
          </a:p>
          <a:p>
            <a:pPr marL="1531620" marR="0" lvl="5" indent="457200" algn="l" defTabSz="44958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Pct val="85000"/>
              <a:buFont typeface="Wingdings" panose="05000000000000000000" pitchFamily="2" charset="2"/>
              <a:buNone/>
              <a:defRPr/>
            </a:pPr>
            <a:r>
              <a:rPr lang="en-US" altLang="zh-CN" sz="2800" kern="0" noProof="0" smtClean="0">
                <a:ln>
                  <a:noFill/>
                </a:ln>
                <a:effectLst/>
                <a:uLnTx/>
                <a:ea typeface="宋体" panose="02010600030101010101" pitchFamily="2" charset="-122"/>
                <a:sym typeface="+mn-ea"/>
              </a:rPr>
              <a:t>return 0;</a:t>
            </a:r>
            <a:endParaRPr kumimoji="0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</a:endParaRPr>
          </a:p>
          <a:p>
            <a:pPr marL="1074420" marR="0" lvl="4" indent="457200" algn="l" defTabSz="44958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Pct val="85000"/>
              <a:buFont typeface="Wingdings" panose="05000000000000000000" pitchFamily="2" charset="2"/>
              <a:buNone/>
              <a:defRPr/>
            </a:pPr>
            <a:r>
              <a:rPr lang="en-US" altLang="zh-CN" sz="2800" kern="0" noProof="0">
                <a:ln>
                  <a:noFill/>
                </a:ln>
                <a:effectLst/>
                <a:uLnTx/>
                <a:ea typeface="宋体" panose="02010600030101010101" pitchFamily="2" charset="-122"/>
                <a:sym typeface="+mn-ea"/>
              </a:rPr>
              <a:t>else</a:t>
            </a:r>
            <a:endParaRPr lang="en-US" altLang="zh-CN" sz="2800" kern="0" spc="0" noProof="0">
              <a:ln>
                <a:noFill/>
              </a:ln>
              <a:solidFill>
                <a:schemeClr val="tx1"/>
              </a:solidFill>
              <a:effectLst/>
              <a:uLnTx/>
              <a:latin typeface="+mn-lt"/>
              <a:ea typeface="宋体" panose="02010600030101010101" pitchFamily="2" charset="-122"/>
              <a:sym typeface="+mn-ea"/>
            </a:endParaRPr>
          </a:p>
          <a:p>
            <a:pPr marL="1531620" marR="0" lvl="5" indent="457200" algn="l" defTabSz="44958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Pct val="85000"/>
              <a:buFont typeface="Wingdings" panose="05000000000000000000" pitchFamily="2" charset="2"/>
              <a:buNone/>
              <a:defRPr/>
            </a:pPr>
            <a:r>
              <a:rPr lang="en-US" altLang="zh-CN" sz="2800" kern="0" noProof="0">
                <a:ln>
                  <a:noFill/>
                </a:ln>
                <a:effectLst/>
                <a:uLnTx/>
                <a:ea typeface="宋体" panose="02010600030101010101" pitchFamily="2" charset="-122"/>
                <a:sym typeface="+mn-ea"/>
              </a:rPr>
              <a:t>return </a:t>
            </a:r>
            <a:r>
              <a:rPr lang="en-US" altLang="zh-CN" sz="2800" kern="0" noProof="0" smtClean="0">
                <a:ln>
                  <a:noFill/>
                </a:ln>
                <a:effectLst/>
                <a:uLnTx/>
                <a:ea typeface="宋体" panose="02010600030101010101" pitchFamily="2" charset="-122"/>
                <a:sym typeface="+mn-ea"/>
              </a:rPr>
              <a:t>1;</a:t>
            </a:r>
            <a:endParaRPr kumimoji="0" lang="zh-CN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</a:endParaRPr>
          </a:p>
          <a:p>
            <a:pPr marL="1074420" marR="0" lvl="4" indent="0" algn="l" defTabSz="44958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Pct val="85000"/>
              <a:buFont typeface="Wingdings" panose="05000000000000000000" pitchFamily="2" charset="2"/>
              <a:buNone/>
              <a:defRPr/>
            </a:pPr>
            <a:r>
              <a:rPr lang="en-US" altLang="zh-CN" sz="2800" kern="0" noProof="0" smtClean="0">
                <a:ln>
                  <a:noFill/>
                </a:ln>
                <a:effectLst/>
                <a:uLnTx/>
                <a:ea typeface="宋体" panose="02010600030101010101" pitchFamily="2" charset="-122"/>
                <a:sym typeface="+mn-ea"/>
              </a:rPr>
              <a:t>}</a:t>
            </a:r>
            <a:endParaRPr kumimoji="1"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4514850" y="2845435"/>
            <a:ext cx="6138545" cy="347662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4165600" y="2174240"/>
            <a:ext cx="61341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kern="0" noProof="0" dirty="0" err="1">
                <a:ln>
                  <a:noFill/>
                </a:ln>
                <a:effectLst/>
                <a:uLnTx/>
                <a:ea typeface="宋体" panose="02010600030101010101" pitchFamily="2" charset="-122"/>
                <a:sym typeface="+mn-ea"/>
              </a:rPr>
              <a:t>gedit  </a:t>
            </a:r>
            <a:r>
              <a:rPr lang="en-US" altLang="zh-CN" sz="2800" b="1" kern="0" noProof="0">
                <a:ln>
                  <a:noFill/>
                </a:ln>
                <a:effectLst/>
                <a:uLnTx/>
                <a:ea typeface="宋体" panose="02010600030101010101" pitchFamily="2" charset="-122"/>
                <a:sym typeface="+mn-ea"/>
              </a:rPr>
              <a:t>/</a:t>
            </a:r>
            <a:r>
              <a:rPr lang="en-US" altLang="zh-CN" sz="2800" b="1" kern="0" noProof="0" dirty="0" err="1">
                <a:ln>
                  <a:noFill/>
                </a:ln>
                <a:effectLst/>
                <a:uLnTx/>
                <a:ea typeface="宋体" panose="02010600030101010101" pitchFamily="2" charset="-122"/>
                <a:sym typeface="+mn-ea"/>
              </a:rPr>
              <a:t>usr</a:t>
            </a:r>
            <a:r>
              <a:rPr lang="en-US" altLang="zh-CN" sz="2800" b="1" kern="0" noProof="0">
                <a:ln>
                  <a:noFill/>
                </a:ln>
                <a:effectLst/>
                <a:uLnTx/>
                <a:ea typeface="宋体" panose="02010600030101010101" pitchFamily="2" charset="-122"/>
                <a:sym typeface="+mn-ea"/>
              </a:rPr>
              <a:t>/</a:t>
            </a:r>
            <a:r>
              <a:rPr lang="en-US" altLang="zh-CN" sz="2800" b="1" kern="0" noProof="0" dirty="0" err="1">
                <a:ln>
                  <a:noFill/>
                </a:ln>
                <a:effectLst/>
                <a:uLnTx/>
                <a:ea typeface="宋体" panose="02010600030101010101" pitchFamily="2" charset="-122"/>
                <a:sym typeface="+mn-ea"/>
              </a:rPr>
              <a:t>src</a:t>
            </a:r>
            <a:r>
              <a:rPr lang="en-US" altLang="zh-CN" sz="2800" b="1" kern="0" noProof="0">
                <a:ln>
                  <a:noFill/>
                </a:ln>
                <a:effectLst/>
                <a:uLnTx/>
                <a:ea typeface="宋体" panose="02010600030101010101" pitchFamily="2" charset="-122"/>
                <a:sym typeface="+mn-ea"/>
              </a:rPr>
              <a:t>/</a:t>
            </a:r>
            <a:r>
              <a:rPr lang="en-US" altLang="zh-CN" sz="2800" b="1" kern="0" noProof="0" dirty="0" err="1">
                <a:ln>
                  <a:noFill/>
                </a:ln>
                <a:effectLst/>
                <a:uLnTx/>
                <a:ea typeface="宋体" panose="02010600030101010101" pitchFamily="2" charset="-122"/>
                <a:sym typeface="+mn-ea"/>
              </a:rPr>
              <a:t>linux</a:t>
            </a:r>
            <a:r>
              <a:rPr lang="en-US" altLang="zh-CN" sz="2800" b="1" kern="0" noProof="0">
                <a:ln>
                  <a:noFill/>
                </a:ln>
                <a:effectLst/>
                <a:uLnTx/>
                <a:ea typeface="宋体" panose="02010600030101010101" pitchFamily="2" charset="-122"/>
                <a:sym typeface="+mn-ea"/>
              </a:rPr>
              <a:t>/kernel/</a:t>
            </a:r>
            <a:r>
              <a:rPr lang="en-US" altLang="zh-CN" sz="2800" b="1" kern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ea typeface="宋体" panose="02010600030101010101" pitchFamily="2" charset="-122"/>
                <a:sym typeface="+mn-ea"/>
              </a:rPr>
              <a:t>sys.c</a:t>
            </a:r>
            <a:endParaRPr lang="en-US" altLang="zh-CN" sz="2800" b="1" kern="0" noProof="0" dirty="0" err="1">
              <a:ln>
                <a:noFill/>
              </a:ln>
              <a:solidFill>
                <a:srgbClr val="FF0000"/>
              </a:solidFill>
              <a:effectLst/>
              <a:uLnTx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1765" y="557530"/>
            <a:ext cx="6541135" cy="791210"/>
          </a:xfrm>
          <a:prstGeom prst="rect">
            <a:avLst/>
          </a:prstGeom>
        </p:spPr>
      </p:pic>
      <p:sp>
        <p:nvSpPr>
          <p:cNvPr id="24" name="圆角矩形 23"/>
          <p:cNvSpPr/>
          <p:nvPr/>
        </p:nvSpPr>
        <p:spPr>
          <a:xfrm>
            <a:off x="4165600" y="2162810"/>
            <a:ext cx="5715000" cy="546100"/>
          </a:xfrm>
          <a:prstGeom prst="round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圆角矩形 24"/>
          <p:cNvSpPr/>
          <p:nvPr/>
        </p:nvSpPr>
        <p:spPr>
          <a:xfrm>
            <a:off x="2908935" y="429895"/>
            <a:ext cx="829310" cy="46037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scene3d>
            <a:camera prst="obliqueTopLeft"/>
            <a:lightRig rig="threePt" dir="t">
              <a:rot lat="0" lon="0" rev="2400000"/>
            </a:lightRig>
          </a:scene3d>
          <a:sp3d prstMaterial="translucentPowder"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圆角矩形 25"/>
          <p:cNvSpPr/>
          <p:nvPr/>
        </p:nvSpPr>
        <p:spPr>
          <a:xfrm>
            <a:off x="530225" y="429895"/>
            <a:ext cx="829310" cy="46037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scene3d>
            <a:camera prst="obliqueTopLeft"/>
            <a:lightRig rig="threePt" dir="t">
              <a:rot lat="0" lon="0" rev="2400000"/>
            </a:lightRig>
          </a:scene3d>
          <a:sp3d prstMaterial="translucentPowder"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圆角矩形 26"/>
          <p:cNvSpPr/>
          <p:nvPr/>
        </p:nvSpPr>
        <p:spPr>
          <a:xfrm>
            <a:off x="1682750" y="429895"/>
            <a:ext cx="829310" cy="46037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scene3d>
            <a:camera prst="obliqueTopLeft"/>
            <a:lightRig rig="threePt" dir="t">
              <a:rot lat="0" lon="0" rev="2400000"/>
            </a:lightRig>
          </a:scene3d>
          <a:sp3d prstMaterial="translucentPowder"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2888615" y="429895"/>
            <a:ext cx="849630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>
                <a:ln w="12700">
                  <a:noFill/>
                </a:ln>
                <a:solidFill>
                  <a:schemeClr val="accent1">
                    <a:lumMod val="40000"/>
                    <a:lumOff val="6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OPPOSans H" panose="00020600040101010101" charset="-122"/>
                <a:sym typeface="+mn-ea"/>
              </a:rPr>
              <a:t>验证</a:t>
            </a:r>
            <a:endParaRPr kumimoji="1" lang="zh-CN" altLang="en-US" sz="2400">
              <a:ln w="12700">
                <a:noFill/>
              </a:ln>
              <a:solidFill>
                <a:schemeClr val="accent1">
                  <a:lumMod val="40000"/>
                  <a:lumOff val="60000"/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OPPOSans H" panose="00020600040101010101" charset="-122"/>
              <a:sym typeface="+mn-ea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50215" y="429895"/>
            <a:ext cx="988695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>
                <a:ln w="12700">
                  <a:noFill/>
                </a:ln>
                <a:solidFill>
                  <a:srgbClr val="7461E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OPPOSans H" panose="00020600040101010101" charset="-122"/>
                <a:sym typeface="+mn-ea"/>
              </a:rPr>
              <a:t>调用</a:t>
            </a:r>
            <a:endParaRPr kumimoji="1" lang="zh-CN" altLang="en-US" sz="2400" b="1">
              <a:ln w="12700">
                <a:noFill/>
              </a:ln>
              <a:solidFill>
                <a:srgbClr val="7461E5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OPPOSans H" panose="00020600040101010101" charset="-122"/>
              <a:sym typeface="+mn-ea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538605" y="429895"/>
            <a:ext cx="1035685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sz="2400">
                <a:ln w="12700">
                  <a:noFill/>
                </a:ln>
                <a:solidFill>
                  <a:schemeClr val="accent1">
                    <a:lumMod val="40000"/>
                    <a:lumOff val="6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OPPOSans H" panose="00020600040101010101" charset="-122"/>
                <a:sym typeface="+mn-ea"/>
              </a:rPr>
              <a:t>编译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87960" y="198120"/>
            <a:ext cx="11816080" cy="646176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274320" y="276860"/>
            <a:ext cx="11643360" cy="630428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96240" y="367030"/>
            <a:ext cx="11399520" cy="6123940"/>
          </a:xfrm>
          <a:prstGeom prst="rect">
            <a:avLst/>
          </a:prstGeom>
          <a:solidFill>
            <a:schemeClr val="bg1">
              <a:alpha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240" y="367665"/>
            <a:ext cx="8940165" cy="612330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1135" y="1731645"/>
            <a:ext cx="5004435" cy="605155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10414000" y="644525"/>
            <a:ext cx="829310" cy="46037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scene3d>
            <a:camera prst="obliqueTopLeft"/>
            <a:lightRig rig="threePt" dir="t">
              <a:rot lat="0" lon="0" rev="2400000"/>
            </a:lightRig>
          </a:scene3d>
          <a:sp3d prstMaterial="translucentPowder"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8035290" y="644525"/>
            <a:ext cx="829310" cy="46037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scene3d>
            <a:camera prst="obliqueTopLeft"/>
            <a:lightRig rig="threePt" dir="t">
              <a:rot lat="0" lon="0" rev="2400000"/>
            </a:lightRig>
          </a:scene3d>
          <a:sp3d prstMaterial="translucentPowder"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9187815" y="644525"/>
            <a:ext cx="829310" cy="46037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scene3d>
            <a:camera prst="obliqueTopLeft"/>
            <a:lightRig rig="threePt" dir="t">
              <a:rot lat="0" lon="0" rev="2400000"/>
            </a:lightRig>
          </a:scene3d>
          <a:sp3d prstMaterial="translucentPowder"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0393680" y="644525"/>
            <a:ext cx="849630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>
                <a:ln w="12700">
                  <a:noFill/>
                </a:ln>
                <a:solidFill>
                  <a:schemeClr val="accent1">
                    <a:lumMod val="40000"/>
                    <a:lumOff val="6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OPPOSans H" panose="00020600040101010101" charset="-122"/>
                <a:sym typeface="+mn-ea"/>
              </a:rPr>
              <a:t>验证</a:t>
            </a:r>
            <a:endParaRPr kumimoji="1" lang="zh-CN" altLang="en-US" sz="2400">
              <a:ln w="12700">
                <a:noFill/>
              </a:ln>
              <a:solidFill>
                <a:schemeClr val="accent1">
                  <a:lumMod val="40000"/>
                  <a:lumOff val="60000"/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OPPOSans H" panose="00020600040101010101" charset="-122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955280" y="644525"/>
            <a:ext cx="988695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>
                <a:ln w="12700">
                  <a:noFill/>
                </a:ln>
                <a:solidFill>
                  <a:srgbClr val="7461E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OPPOSans H" panose="00020600040101010101" charset="-122"/>
                <a:sym typeface="+mn-ea"/>
              </a:rPr>
              <a:t>调用</a:t>
            </a:r>
            <a:endParaRPr kumimoji="1" lang="zh-CN" altLang="en-US" sz="2400" b="1">
              <a:ln w="12700">
                <a:noFill/>
              </a:ln>
              <a:solidFill>
                <a:srgbClr val="7461E5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OPPOSans H" panose="00020600040101010101" charset="-122"/>
              <a:sym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043670" y="644525"/>
            <a:ext cx="1035685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sz="2400">
                <a:ln w="12700">
                  <a:noFill/>
                </a:ln>
                <a:solidFill>
                  <a:schemeClr val="accent1">
                    <a:lumMod val="40000"/>
                    <a:lumOff val="6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OPPOSans H" panose="00020600040101010101" charset="-122"/>
                <a:sym typeface="+mn-ea"/>
              </a:rPr>
              <a:t>编译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87960" y="198120"/>
            <a:ext cx="11816080" cy="646176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274320" y="276860"/>
            <a:ext cx="11643360" cy="630428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96240" y="367030"/>
            <a:ext cx="11399520" cy="6123940"/>
          </a:xfrm>
          <a:prstGeom prst="rect">
            <a:avLst/>
          </a:prstGeom>
          <a:solidFill>
            <a:schemeClr val="bg1">
              <a:alpha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19150" y="1120775"/>
            <a:ext cx="6757035" cy="714375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sz="3600" b="1" kern="0" noProof="0">
                <a:ln>
                  <a:noFill/>
                </a:ln>
                <a:solidFill>
                  <a:schemeClr val="tx1"/>
                </a:solidFill>
                <a:effectLst/>
                <a:uLnTx/>
                <a:latin typeface="楷体_GB2312" pitchFamily="49" charset="-122"/>
                <a:sym typeface="+mn-ea"/>
              </a:rPr>
              <a:t>系统调用为：</a:t>
            </a:r>
            <a:r>
              <a:rPr lang="en-US" altLang="zh-CN" sz="3600" b="1" kern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latin typeface="楷体_GB2312" pitchFamily="49" charset="-122"/>
                <a:sym typeface="+mn-ea"/>
              </a:rPr>
              <a:t>mycall</a:t>
            </a:r>
            <a:r>
              <a:rPr lang="en-US" altLang="zh-CN" sz="3600" b="1" kern="0" noProof="0">
                <a:ln>
                  <a:noFill/>
                </a:ln>
                <a:solidFill>
                  <a:srgbClr val="FF0000"/>
                </a:solidFill>
                <a:effectLst/>
                <a:uLnTx/>
                <a:latin typeface="楷体_GB2312" pitchFamily="49" charset="-122"/>
                <a:sym typeface="+mn-ea"/>
              </a:rPr>
              <a:t>( </a:t>
            </a:r>
            <a:r>
              <a:rPr lang="en-US" altLang="zh-CN" sz="3600" b="1" kern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latin typeface="楷体_GB2312" pitchFamily="49" charset="-122"/>
                <a:sym typeface="+mn-ea"/>
              </a:rPr>
              <a:t>)</a:t>
            </a:r>
            <a:endParaRPr lang="en-US" altLang="zh-CN" sz="3600" b="1" kern="0" noProof="0" smtClean="0">
              <a:ln>
                <a:noFill/>
              </a:ln>
              <a:solidFill>
                <a:srgbClr val="FF0000"/>
              </a:solidFill>
              <a:effectLst/>
              <a:uLnTx/>
              <a:latin typeface="楷体_GB2312" pitchFamily="49" charset="-122"/>
              <a:sym typeface="+mn-ea"/>
            </a:endParaRPr>
          </a:p>
        </p:txBody>
      </p:sp>
      <p:sp>
        <p:nvSpPr>
          <p:cNvPr id="20" name="标题 1"/>
          <p:cNvSpPr txBox="1"/>
          <p:nvPr/>
        </p:nvSpPr>
        <p:spPr>
          <a:xfrm>
            <a:off x="819150" y="3059430"/>
            <a:ext cx="4347210" cy="85534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sq">
            <a:noFill/>
            <a:miter/>
          </a:ln>
          <a:effectLst>
            <a:outerShdw blurRad="76200" dist="50800" dir="5400000" algn="ctr" rotWithShape="0">
              <a:schemeClr val="accent1">
                <a:lumMod val="50000"/>
                <a:alpha val="30000"/>
              </a:schemeClr>
            </a:outerShdw>
          </a:effectLst>
        </p:spPr>
        <p:txBody>
          <a:bodyPr vert="horz" wrap="square" lIns="91440" tIns="45720" rIns="91440" bIns="45720" rtlCol="0" anchor="ctr"/>
          <a:p>
            <a:pPr marL="177800" marR="0" lvl="1" indent="0" algn="l" defTabSz="44958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85000"/>
              <a:buFont typeface="Wingdings" panose="05000000000000000000" pitchFamily="2" charset="2"/>
              <a:buNone/>
              <a:defRPr/>
            </a:pPr>
            <a:endParaRPr altLang="zh-CN" sz="2800" b="1" kern="0" spc="0" noProof="0">
              <a:ln>
                <a:noFill/>
              </a:ln>
              <a:solidFill>
                <a:schemeClr val="tx1"/>
              </a:solidFill>
              <a:effectLst/>
              <a:uLnTx/>
              <a:latin typeface="+mn-lt"/>
              <a:ea typeface="宋体" panose="02010600030101010101" pitchFamily="2" charset="-122"/>
              <a:sym typeface="+mn-ea"/>
            </a:endParaRPr>
          </a:p>
          <a:p>
            <a:pPr marL="0" marR="0" lvl="2" indent="0" algn="l" defTabSz="44958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lang="en-US" altLang="zh-CN" sz="2800" b="1" kern="0" noProof="0">
                <a:ln>
                  <a:noFill/>
                </a:ln>
                <a:effectLst/>
                <a:uLnTx/>
                <a:ea typeface="宋体" panose="02010600030101010101" pitchFamily="2" charset="-122"/>
                <a:sym typeface="+mn-ea"/>
              </a:rPr>
              <a:t>.long </a:t>
            </a:r>
            <a:r>
              <a:rPr lang="en-US" altLang="zh-CN" sz="2800" b="1" kern="0" noProof="0" dirty="0" err="1" smtClean="0">
                <a:ln>
                  <a:noFill/>
                </a:ln>
                <a:effectLst/>
                <a:uLnTx/>
                <a:ea typeface="宋体" panose="02010600030101010101" pitchFamily="2" charset="-122"/>
                <a:sym typeface="+mn-ea"/>
              </a:rPr>
              <a:t>sys_mycall  /* 338 */ </a:t>
            </a:r>
            <a:endParaRPr lang="en-US" altLang="zh-CN" sz="2800" b="1" kern="0" spc="0" noProof="0" dirty="0" err="1" smtClean="0">
              <a:ln>
                <a:noFill/>
              </a:ln>
              <a:solidFill>
                <a:schemeClr val="tx1"/>
              </a:solidFill>
              <a:effectLst/>
              <a:uLnTx/>
              <a:latin typeface="+mn-lt"/>
              <a:ea typeface="宋体" panose="02010600030101010101" pitchFamily="2" charset="-122"/>
              <a:sym typeface="+mn-ea"/>
            </a:endParaRPr>
          </a:p>
          <a:p>
            <a:pPr marL="0" marR="0" lvl="1" indent="0" algn="l" defTabSz="44958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85000"/>
              <a:buFont typeface="Wingdings" panose="05000000000000000000" pitchFamily="2" charset="2"/>
              <a:buNone/>
              <a:defRPr/>
            </a:pP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14" name="标题 1"/>
          <p:cNvSpPr txBox="1"/>
          <p:nvPr/>
        </p:nvSpPr>
        <p:spPr>
          <a:xfrm>
            <a:off x="8301355" y="2023110"/>
            <a:ext cx="3616325" cy="455803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1990" y="3209925"/>
            <a:ext cx="1914525" cy="43815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1990" y="5493385"/>
            <a:ext cx="2506980" cy="524510"/>
          </a:xfrm>
          <a:prstGeom prst="rect">
            <a:avLst/>
          </a:prstGeom>
        </p:spPr>
      </p:pic>
      <p:sp>
        <p:nvSpPr>
          <p:cNvPr id="17" name="圆角矩形 16"/>
          <p:cNvSpPr/>
          <p:nvPr/>
        </p:nvSpPr>
        <p:spPr>
          <a:xfrm>
            <a:off x="819150" y="2023110"/>
            <a:ext cx="6278880" cy="84836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1" indent="0" algn="l" defTabSz="44958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lang="en-US" altLang="zh-CN" b="1" kern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ea typeface="宋体" panose="02010600030101010101" pitchFamily="2" charset="-122"/>
                <a:sym typeface="+mn-ea"/>
              </a:rPr>
              <a:t>gedit  /usr/src</a:t>
            </a:r>
            <a:r>
              <a:rPr lang="en-US" altLang="zh-CN" b="1" kern="0" noProof="0">
                <a:ln>
                  <a:noFill/>
                </a:ln>
                <a:solidFill>
                  <a:schemeClr val="tx1"/>
                </a:solidFill>
                <a:effectLst/>
                <a:uLnTx/>
                <a:ea typeface="宋体" panose="02010600030101010101" pitchFamily="2" charset="-122"/>
                <a:sym typeface="+mn-ea"/>
              </a:rPr>
              <a:t>/l</a:t>
            </a:r>
            <a:r>
              <a:rPr lang="en-US" altLang="zh-CN" b="1" kern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ea typeface="宋体" panose="02010600030101010101" pitchFamily="2" charset="-122"/>
                <a:sym typeface="+mn-ea"/>
              </a:rPr>
              <a:t>inux</a:t>
            </a:r>
            <a:r>
              <a:rPr lang="en-US" altLang="zh-CN" b="1" kern="0" noProof="0">
                <a:ln>
                  <a:noFill/>
                </a:ln>
                <a:solidFill>
                  <a:schemeClr val="tx1"/>
                </a:solidFill>
                <a:effectLst/>
                <a:uLnTx/>
                <a:ea typeface="宋体" panose="02010600030101010101" pitchFamily="2" charset="-122"/>
                <a:sym typeface="+mn-ea"/>
              </a:rPr>
              <a:t>/arch//x86/kernel</a:t>
            </a:r>
            <a:r>
              <a:rPr lang="en-US" altLang="zh-CN" b="1" kern="0" noProof="0">
                <a:ln>
                  <a:noFill/>
                </a:ln>
                <a:solidFill>
                  <a:srgbClr val="FF0000"/>
                </a:solidFill>
                <a:effectLst/>
                <a:uLnTx/>
                <a:ea typeface="宋体" panose="02010600030101010101" pitchFamily="2" charset="-122"/>
                <a:sym typeface="+mn-ea"/>
              </a:rPr>
              <a:t>/syscall_table_32.S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518795"/>
            <a:ext cx="6163945" cy="711835"/>
          </a:xfrm>
          <a:prstGeom prst="rect">
            <a:avLst/>
          </a:prstGeom>
        </p:spPr>
      </p:pic>
      <p:sp>
        <p:nvSpPr>
          <p:cNvPr id="10" name="标题 1"/>
          <p:cNvSpPr txBox="1"/>
          <p:nvPr/>
        </p:nvSpPr>
        <p:spPr>
          <a:xfrm>
            <a:off x="908050" y="5154930"/>
            <a:ext cx="7393940" cy="12014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sq">
            <a:noFill/>
            <a:miter/>
          </a:ln>
          <a:effectLst>
            <a:outerShdw blurRad="76200" dist="50800" dir="5400000" algn="ctr" rotWithShape="0">
              <a:schemeClr val="accent1">
                <a:lumMod val="50000"/>
                <a:alpha val="30000"/>
              </a:schemeClr>
            </a:outerShdw>
          </a:effectLst>
        </p:spPr>
        <p:txBody>
          <a:bodyPr vert="horz" wrap="square" lIns="91440" tIns="45720" rIns="91440" bIns="45720" rtlCol="0" anchor="ctr"/>
          <a:p>
            <a:pPr marL="177800" marR="0" lvl="1" indent="0" algn="l" defTabSz="44958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lang="en-US" altLang="zh-CN" sz="2800" b="1" kern="0" noProof="0">
                <a:ln>
                  <a:noFill/>
                </a:ln>
                <a:effectLst/>
                <a:uLnTx/>
                <a:ea typeface="宋体" panose="02010600030101010101" pitchFamily="2" charset="-122"/>
                <a:sym typeface="+mn-ea"/>
              </a:rPr>
              <a:t>#define __</a:t>
            </a:r>
            <a:r>
              <a:rPr lang="en-US" altLang="zh-CN" sz="2800" b="1" kern="0" noProof="0" dirty="0" err="1">
                <a:ln>
                  <a:noFill/>
                </a:ln>
                <a:effectLst/>
                <a:uLnTx/>
                <a:ea typeface="宋体" panose="02010600030101010101" pitchFamily="2" charset="-122"/>
                <a:sym typeface="+mn-ea"/>
              </a:rPr>
              <a:t>NR_mycall</a:t>
            </a:r>
            <a:r>
              <a:rPr lang="en-US" altLang="zh-CN" sz="2800" b="1" kern="0" noProof="0">
                <a:ln>
                  <a:noFill/>
                </a:ln>
                <a:effectLst/>
                <a:uLnTx/>
                <a:ea typeface="宋体" panose="02010600030101010101" pitchFamily="2" charset="-122"/>
                <a:sym typeface="+mn-ea"/>
              </a:rPr>
              <a:t>   338</a:t>
            </a:r>
            <a:endParaRPr lang="en-US" altLang="zh-CN" sz="2800" b="1" kern="0" spc="0" noProof="0">
              <a:ln>
                <a:noFill/>
              </a:ln>
              <a:solidFill>
                <a:schemeClr val="tx1"/>
              </a:solidFill>
              <a:effectLst/>
              <a:uLnTx/>
              <a:latin typeface="+mn-lt"/>
              <a:ea typeface="宋体" panose="02010600030101010101" pitchFamily="2" charset="-122"/>
              <a:sym typeface="+mn-ea"/>
            </a:endParaRPr>
          </a:p>
          <a:p>
            <a:pPr marL="444500" marR="0" lvl="2" indent="0" algn="l" defTabSz="44958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800" b="1" kern="0" noProof="0" dirty="0" smtClean="0">
                <a:ln>
                  <a:noFill/>
                </a:ln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sym typeface="+mn-ea"/>
              </a:rPr>
              <a:t>__SYSCALL(__NR_mycall, sys_mycall)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908050" y="4118610"/>
            <a:ext cx="6304915" cy="84836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177800" marR="0" lvl="1" indent="0" algn="l" defTabSz="44958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lang="en-US" altLang="zh-CN" b="1" kern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ea typeface="宋体" panose="02010600030101010101" pitchFamily="2" charset="-122"/>
                <a:sym typeface="+mn-ea"/>
              </a:rPr>
              <a:t>gedit  </a:t>
            </a:r>
            <a:r>
              <a:rPr lang="en-US" altLang="zh-CN" b="1" kern="0" noProof="0">
                <a:ln>
                  <a:noFill/>
                </a:ln>
                <a:solidFill>
                  <a:schemeClr val="tx1"/>
                </a:solidFill>
                <a:effectLst/>
                <a:uLnTx/>
                <a:ea typeface="宋体" panose="02010600030101010101" pitchFamily="2" charset="-122"/>
                <a:sym typeface="+mn-ea"/>
              </a:rPr>
              <a:t>/</a:t>
            </a:r>
            <a:r>
              <a:rPr lang="en-US" altLang="zh-CN" b="1" kern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ea typeface="宋体" panose="02010600030101010101" pitchFamily="2" charset="-122"/>
                <a:sym typeface="+mn-ea"/>
              </a:rPr>
              <a:t>usr</a:t>
            </a:r>
            <a:r>
              <a:rPr lang="en-US" altLang="zh-CN" b="1" kern="0" noProof="0">
                <a:ln>
                  <a:noFill/>
                </a:ln>
                <a:solidFill>
                  <a:schemeClr val="tx1"/>
                </a:solidFill>
                <a:effectLst/>
                <a:uLnTx/>
                <a:ea typeface="宋体" panose="02010600030101010101" pitchFamily="2" charset="-122"/>
                <a:sym typeface="+mn-ea"/>
              </a:rPr>
              <a:t>/</a:t>
            </a:r>
            <a:r>
              <a:rPr lang="en-US" altLang="zh-CN" b="1" kern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ea typeface="宋体" panose="02010600030101010101" pitchFamily="2" charset="-122"/>
                <a:sym typeface="+mn-ea"/>
              </a:rPr>
              <a:t>src</a:t>
            </a:r>
            <a:r>
              <a:rPr lang="en-US" altLang="zh-CN" b="1" kern="0" noProof="0">
                <a:ln>
                  <a:noFill/>
                </a:ln>
                <a:solidFill>
                  <a:schemeClr val="tx1"/>
                </a:solidFill>
                <a:effectLst/>
                <a:uLnTx/>
                <a:ea typeface="宋体" panose="02010600030101010101" pitchFamily="2" charset="-122"/>
                <a:sym typeface="+mn-ea"/>
              </a:rPr>
              <a:t>/</a:t>
            </a:r>
            <a:r>
              <a:rPr lang="en-US" altLang="zh-CN" b="1" kern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ea typeface="宋体" panose="02010600030101010101" pitchFamily="2" charset="-122"/>
                <a:sym typeface="+mn-ea"/>
              </a:rPr>
              <a:t>linux</a:t>
            </a:r>
            <a:r>
              <a:rPr lang="en-US" altLang="zh-CN" b="1" kern="0" noProof="0">
                <a:ln>
                  <a:noFill/>
                </a:ln>
                <a:solidFill>
                  <a:schemeClr val="tx1"/>
                </a:solidFill>
                <a:effectLst/>
                <a:uLnTx/>
                <a:ea typeface="宋体" panose="02010600030101010101" pitchFamily="2" charset="-122"/>
                <a:sym typeface="+mn-ea"/>
              </a:rPr>
              <a:t>/include/</a:t>
            </a:r>
            <a:r>
              <a:rPr lang="en-US" altLang="zh-CN" b="1" kern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ea typeface="宋体" panose="02010600030101010101" pitchFamily="2" charset="-122"/>
                <a:sym typeface="+mn-ea"/>
              </a:rPr>
              <a:t>asm</a:t>
            </a:r>
            <a:r>
              <a:rPr lang="en-US" altLang="zh-CN" b="1" kern="0" noProof="0">
                <a:ln>
                  <a:noFill/>
                </a:ln>
                <a:solidFill>
                  <a:schemeClr val="tx1"/>
                </a:solidFill>
                <a:effectLst/>
                <a:uLnTx/>
                <a:ea typeface="宋体" panose="02010600030101010101" pitchFamily="2" charset="-122"/>
                <a:sym typeface="+mn-ea"/>
              </a:rPr>
              <a:t>-generic/</a:t>
            </a:r>
            <a:r>
              <a:rPr lang="en-US" altLang="zh-CN" b="1" kern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ea typeface="宋体" panose="02010600030101010101" pitchFamily="2" charset="-122"/>
                <a:sym typeface="+mn-ea"/>
              </a:rPr>
              <a:t>unistd.h</a:t>
            </a:r>
            <a:endParaRPr lang="zh-CN" altLang="en-US"/>
          </a:p>
        </p:txBody>
      </p:sp>
      <p:sp>
        <p:nvSpPr>
          <p:cNvPr id="24" name="圆角矩形 23"/>
          <p:cNvSpPr/>
          <p:nvPr/>
        </p:nvSpPr>
        <p:spPr>
          <a:xfrm>
            <a:off x="889000" y="5346700"/>
            <a:ext cx="6686550" cy="875665"/>
          </a:xfrm>
          <a:prstGeom prst="round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876300" y="3187700"/>
            <a:ext cx="5715000" cy="546100"/>
          </a:xfrm>
          <a:prstGeom prst="round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8" name="直接箭头连接符 17"/>
          <p:cNvCxnSpPr>
            <a:stCxn id="12" idx="3"/>
            <a:endCxn id="13" idx="1"/>
          </p:cNvCxnSpPr>
          <p:nvPr/>
        </p:nvCxnSpPr>
        <p:spPr>
          <a:xfrm flipV="1">
            <a:off x="6591300" y="3429000"/>
            <a:ext cx="1710690" cy="3175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24" idx="3"/>
            <a:endCxn id="10" idx="3"/>
          </p:cNvCxnSpPr>
          <p:nvPr/>
        </p:nvCxnSpPr>
        <p:spPr>
          <a:xfrm flipV="1">
            <a:off x="7575550" y="5755640"/>
            <a:ext cx="726440" cy="2921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圆角矩形 24"/>
          <p:cNvSpPr/>
          <p:nvPr/>
        </p:nvSpPr>
        <p:spPr>
          <a:xfrm>
            <a:off x="10414000" y="644525"/>
            <a:ext cx="829310" cy="46037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scene3d>
            <a:camera prst="obliqueTopLeft"/>
            <a:lightRig rig="threePt" dir="t">
              <a:rot lat="0" lon="0" rev="2400000"/>
            </a:lightRig>
          </a:scene3d>
          <a:sp3d prstMaterial="translucentPowder"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圆角矩形 25"/>
          <p:cNvSpPr/>
          <p:nvPr/>
        </p:nvSpPr>
        <p:spPr>
          <a:xfrm>
            <a:off x="8035290" y="644525"/>
            <a:ext cx="829310" cy="46037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scene3d>
            <a:camera prst="obliqueTopLeft"/>
            <a:lightRig rig="threePt" dir="t">
              <a:rot lat="0" lon="0" rev="2400000"/>
            </a:lightRig>
          </a:scene3d>
          <a:sp3d prstMaterial="translucentPowder"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圆角矩形 26"/>
          <p:cNvSpPr/>
          <p:nvPr/>
        </p:nvSpPr>
        <p:spPr>
          <a:xfrm>
            <a:off x="9187815" y="644525"/>
            <a:ext cx="829310" cy="46037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scene3d>
            <a:camera prst="obliqueTopLeft"/>
            <a:lightRig rig="threePt" dir="t">
              <a:rot lat="0" lon="0" rev="2400000"/>
            </a:lightRig>
          </a:scene3d>
          <a:sp3d prstMaterial="translucentPowder"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10393680" y="644525"/>
            <a:ext cx="849630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>
                <a:ln w="12700">
                  <a:noFill/>
                </a:ln>
                <a:solidFill>
                  <a:schemeClr val="accent1">
                    <a:lumMod val="40000"/>
                    <a:lumOff val="6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OPPOSans H" panose="00020600040101010101" charset="-122"/>
                <a:sym typeface="+mn-ea"/>
              </a:rPr>
              <a:t>验证</a:t>
            </a:r>
            <a:endParaRPr kumimoji="1" lang="zh-CN" altLang="en-US" sz="2400">
              <a:ln w="12700">
                <a:noFill/>
              </a:ln>
              <a:solidFill>
                <a:schemeClr val="accent1">
                  <a:lumMod val="40000"/>
                  <a:lumOff val="60000"/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OPPOSans H" panose="00020600040101010101" charset="-122"/>
              <a:sym typeface="+mn-ea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7955280" y="644525"/>
            <a:ext cx="988695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>
                <a:ln w="12700">
                  <a:noFill/>
                </a:ln>
                <a:solidFill>
                  <a:srgbClr val="7461E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OPPOSans H" panose="00020600040101010101" charset="-122"/>
                <a:sym typeface="+mn-ea"/>
              </a:rPr>
              <a:t>调用</a:t>
            </a:r>
            <a:endParaRPr kumimoji="1" lang="zh-CN" altLang="en-US" sz="2400" b="1">
              <a:ln w="12700">
                <a:noFill/>
              </a:ln>
              <a:solidFill>
                <a:srgbClr val="7461E5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OPPOSans H" panose="00020600040101010101" charset="-122"/>
              <a:sym typeface="+mn-ea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9043670" y="644525"/>
            <a:ext cx="1035685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sz="2400">
                <a:ln w="12700">
                  <a:noFill/>
                </a:ln>
                <a:solidFill>
                  <a:schemeClr val="accent1">
                    <a:lumMod val="40000"/>
                    <a:lumOff val="60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OPPOSans H" panose="00020600040101010101" charset="-122"/>
                <a:sym typeface="+mn-ea"/>
              </a:rPr>
              <a:t>编译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标题 1"/>
          <p:cNvSpPr txBox="1"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6043295" y="925195"/>
            <a:ext cx="6148705" cy="5647055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615315" y="2738120"/>
            <a:ext cx="4845050" cy="201993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sq">
            <a:noFill/>
            <a:miter/>
          </a:ln>
          <a:effectLst>
            <a:outerShdw blurRad="76200" dist="50800" dir="5400000" algn="ctr" rotWithShape="0">
              <a:schemeClr val="accent1">
                <a:lumMod val="50000"/>
                <a:alpha val="30000"/>
              </a:schemeClr>
            </a:outerShdw>
          </a:effectLst>
        </p:spPr>
        <p:txBody>
          <a:bodyPr vert="horz" wrap="square" lIns="91440" tIns="45720" rIns="91440" bIns="45720" rtlCol="0" anchor="ctr"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941705" y="2663825"/>
            <a:ext cx="4518660" cy="21691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p>
            <a:pPr marL="177800" marR="0" lvl="1" indent="0" algn="l" defTabSz="44958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lang="en-US" altLang="zh-CN" sz="2800" kern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latin typeface="Ebrima" panose="02000000000000000000" charset="0"/>
                <a:cs typeface="Ebrima" panose="02000000000000000000" charset="0"/>
                <a:sym typeface="+mn-ea"/>
              </a:rPr>
              <a:t>cd /usr/src/</a:t>
            </a:r>
            <a:r>
              <a:rPr lang="en-US" altLang="zh-CN" sz="2800" kern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latin typeface="Ebrima" panose="02000000000000000000" charset="0"/>
                <a:cs typeface="Ebrima" panose="02000000000000000000" charset="0"/>
                <a:sym typeface="+mn-ea"/>
              </a:rPr>
              <a:t>linux</a:t>
            </a:r>
            <a:endParaRPr lang="en-US" altLang="zh-CN" sz="2800" kern="0" noProof="0" smtClean="0">
              <a:ln>
                <a:noFill/>
              </a:ln>
              <a:solidFill>
                <a:schemeClr val="accent2"/>
              </a:solidFill>
              <a:effectLst/>
              <a:uLnTx/>
              <a:latin typeface="Ebrima" panose="02000000000000000000" charset="0"/>
              <a:cs typeface="Ebrima" panose="02000000000000000000" charset="0"/>
              <a:sym typeface="+mn-ea"/>
            </a:endParaRPr>
          </a:p>
          <a:p>
            <a:pPr marL="177800" marR="0" lvl="1" indent="0" algn="l" defTabSz="44958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lang="en-US" altLang="zh-CN" sz="2800" kern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latin typeface="Ebrima" panose="02000000000000000000" charset="0"/>
                <a:cs typeface="Ebrima" panose="02000000000000000000" charset="0"/>
                <a:sym typeface="+mn-ea"/>
              </a:rPr>
              <a:t>make -j 2</a:t>
            </a:r>
            <a:br>
              <a:rPr lang="en-US" altLang="zh-CN" sz="2800" kern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latin typeface="Ebrima" panose="02000000000000000000" charset="0"/>
                <a:cs typeface="Ebrima" panose="02000000000000000000" charset="0"/>
                <a:sym typeface="+mn-ea"/>
              </a:rPr>
            </a:br>
            <a:r>
              <a:rPr lang="en-US" altLang="zh-CN" sz="2800" kern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latin typeface="Ebrima" panose="02000000000000000000" charset="0"/>
                <a:cs typeface="Ebrima" panose="02000000000000000000" charset="0"/>
                <a:sym typeface="+mn-ea"/>
              </a:rPr>
              <a:t>make modules_install </a:t>
            </a:r>
            <a:endParaRPr lang="en-US" altLang="zh-CN" sz="2800" kern="0" noProof="0" smtClean="0">
              <a:ln>
                <a:noFill/>
              </a:ln>
              <a:solidFill>
                <a:schemeClr val="accent2"/>
              </a:solidFill>
              <a:effectLst/>
              <a:uLnTx/>
              <a:latin typeface="Ebrima" panose="02000000000000000000" charset="0"/>
              <a:cs typeface="Ebrima" panose="02000000000000000000" charset="0"/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6590" y="3400425"/>
            <a:ext cx="4880610" cy="914400"/>
          </a:xfrm>
          <a:prstGeom prst="rect">
            <a:avLst/>
          </a:prstGeom>
        </p:spPr>
      </p:pic>
      <p:cxnSp>
        <p:nvCxnSpPr>
          <p:cNvPr id="12" name="直接箭头连接符 11"/>
          <p:cNvCxnSpPr/>
          <p:nvPr/>
        </p:nvCxnSpPr>
        <p:spPr>
          <a:xfrm>
            <a:off x="3111500" y="3835400"/>
            <a:ext cx="3797300" cy="127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100455" y="3613785"/>
            <a:ext cx="1892300" cy="495300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090" y="1014730"/>
            <a:ext cx="3945255" cy="11963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标题 1"/>
          <p:cNvSpPr txBox="1"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7974965" y="925195"/>
            <a:ext cx="4045585" cy="5771515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236855" y="924560"/>
            <a:ext cx="7555230" cy="577151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sq">
            <a:noFill/>
            <a:miter/>
          </a:ln>
          <a:effectLst>
            <a:outerShdw blurRad="76200" dist="50800" dir="5400000" algn="ctr" rotWithShape="0">
              <a:schemeClr val="accent1">
                <a:lumMod val="50000"/>
                <a:alpha val="30000"/>
              </a:schemeClr>
            </a:outerShdw>
          </a:effectLst>
        </p:spPr>
        <p:txBody>
          <a:bodyPr vert="horz" wrap="square" lIns="91440" tIns="45720" rIns="91440" bIns="45720" rtlCol="0" anchor="ctr"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236855" y="1918970"/>
            <a:ext cx="8096250" cy="393509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p>
            <a:pPr marL="177800" marR="0" lvl="1" indent="0" algn="l" defTabSz="44958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lang="en-US" altLang="zh-CN" sz="2000" kern="0" noProof="0" dirty="0" err="1" smtClean="0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cp</a:t>
            </a:r>
            <a:r>
              <a:rPr lang="en-US" altLang="zh-CN" sz="2000" kern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   </a:t>
            </a:r>
            <a:r>
              <a:rPr lang="en-US" altLang="zh-CN" sz="2000" kern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/</a:t>
            </a:r>
            <a:r>
              <a:rPr lang="en-US" altLang="zh-CN" sz="2000" kern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usr</a:t>
            </a:r>
            <a:r>
              <a:rPr lang="en-US" altLang="zh-CN" sz="2000" kern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/</a:t>
            </a:r>
            <a:r>
              <a:rPr lang="en-US" altLang="zh-CN" sz="2000" kern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src</a:t>
            </a:r>
            <a:r>
              <a:rPr lang="en-US" altLang="zh-CN" sz="2000" kern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/</a:t>
            </a:r>
            <a:r>
              <a:rPr lang="en-US" altLang="zh-CN" sz="2000" kern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linux</a:t>
            </a:r>
            <a:r>
              <a:rPr lang="en-US" altLang="zh-CN" sz="2000" kern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/</a:t>
            </a:r>
            <a:r>
              <a:rPr lang="en-US" altLang="zh-CN" sz="2000" kern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sym typeface="+mn-ea"/>
              </a:rPr>
              <a:t>System.map</a:t>
            </a:r>
            <a:r>
              <a:rPr lang="en-US" altLang="zh-CN" sz="2000" kern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 </a:t>
            </a:r>
            <a:r>
              <a:rPr lang="en-US" altLang="zh-CN" sz="2000" kern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   /</a:t>
            </a:r>
            <a:r>
              <a:rPr lang="en-US" altLang="zh-CN" sz="2000" kern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boot/</a:t>
            </a:r>
            <a:r>
              <a:rPr lang="en-US" altLang="zh-CN" sz="2000" kern="0" noProof="0">
                <a:ln>
                  <a:noFill/>
                </a:ln>
                <a:solidFill>
                  <a:srgbClr val="FF0000"/>
                </a:solidFill>
                <a:effectLst/>
                <a:uLnTx/>
                <a:sym typeface="+mn-ea"/>
              </a:rPr>
              <a:t>S</a:t>
            </a:r>
            <a:r>
              <a:rPr lang="en-US" altLang="zh-CN" sz="2000" kern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ystem.map-2.6.33.3 </a:t>
            </a:r>
            <a:endParaRPr lang="en-US" altLang="zh-CN" sz="2000" kern="0" noProof="0">
              <a:ln>
                <a:noFill/>
              </a:ln>
              <a:solidFill>
                <a:schemeClr val="accent2"/>
              </a:solidFill>
              <a:effectLst/>
              <a:uLnTx/>
              <a:sym typeface="+mn-ea"/>
            </a:endParaRPr>
          </a:p>
          <a:p>
            <a:pPr marL="177800" marR="0" lvl="1" indent="0" algn="l" defTabSz="44958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lang="en-US" altLang="zh-CN" sz="2000" kern="0" noProof="0" dirty="0" err="1" smtClean="0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cp</a:t>
            </a:r>
            <a:r>
              <a:rPr lang="en-US" altLang="zh-CN" sz="2000" kern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   </a:t>
            </a:r>
            <a:r>
              <a:rPr lang="en-US" altLang="zh-CN" sz="2000" kern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/</a:t>
            </a:r>
            <a:r>
              <a:rPr lang="en-US" altLang="zh-CN" sz="2000" kern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usr</a:t>
            </a:r>
            <a:r>
              <a:rPr lang="en-US" altLang="zh-CN" sz="2000" kern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/</a:t>
            </a:r>
            <a:r>
              <a:rPr lang="en-US" altLang="zh-CN" sz="2000" kern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src</a:t>
            </a:r>
            <a:r>
              <a:rPr lang="en-US" altLang="zh-CN" sz="2000" kern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/</a:t>
            </a:r>
            <a:r>
              <a:rPr lang="en-US" altLang="zh-CN" sz="2000" kern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linux</a:t>
            </a:r>
            <a:r>
              <a:rPr lang="en-US" altLang="zh-CN" sz="2000" kern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/arch/i386/boot/</a:t>
            </a:r>
            <a:r>
              <a:rPr lang="en-US" altLang="zh-CN" sz="2000" kern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sym typeface="+mn-ea"/>
              </a:rPr>
              <a:t>bzImage</a:t>
            </a:r>
            <a:r>
              <a:rPr lang="en-US" altLang="zh-CN" sz="2000" kern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 </a:t>
            </a:r>
            <a:r>
              <a:rPr lang="en-US" altLang="zh-CN" sz="2000" kern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   /boot/vmlinuz-2.6.33.3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77800" marR="0" lvl="1" indent="0" algn="l" defTabSz="44958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lang="en-US" altLang="zh-CN" sz="2000" kern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cp</a:t>
            </a:r>
            <a:r>
              <a:rPr lang="en-US" altLang="zh-CN" sz="2000" kern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 </a:t>
            </a:r>
            <a:r>
              <a:rPr lang="en-US" altLang="zh-CN" sz="2000" kern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  </a:t>
            </a:r>
            <a:r>
              <a:rPr lang="en-US" altLang="zh-CN" sz="2000" kern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/</a:t>
            </a:r>
            <a:r>
              <a:rPr lang="en-US" altLang="zh-CN" sz="2000" kern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usr</a:t>
            </a:r>
            <a:r>
              <a:rPr lang="en-US" altLang="zh-CN" sz="2000" kern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/</a:t>
            </a:r>
            <a:r>
              <a:rPr lang="en-US" altLang="zh-CN" sz="2000" kern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src</a:t>
            </a:r>
            <a:r>
              <a:rPr lang="en-US" altLang="zh-CN" sz="2000" kern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/</a:t>
            </a:r>
            <a:r>
              <a:rPr lang="en-US" altLang="zh-CN" sz="2000" kern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linux</a:t>
            </a:r>
            <a:r>
              <a:rPr lang="en-US" altLang="zh-CN" sz="2000" kern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/</a:t>
            </a:r>
            <a:r>
              <a:rPr lang="en-US" altLang="zh-CN" sz="2000" kern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.</a:t>
            </a:r>
            <a:r>
              <a:rPr lang="en-US" altLang="zh-CN" sz="2000" kern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config</a:t>
            </a:r>
            <a:r>
              <a:rPr lang="en-US" altLang="zh-CN" sz="2000" kern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  </a:t>
            </a:r>
            <a:r>
              <a:rPr lang="en-US" altLang="zh-CN" sz="2000" kern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   </a:t>
            </a:r>
            <a:r>
              <a:rPr lang="en-US" altLang="zh-CN" sz="2000" kern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/boot/config-2.6.33.3</a:t>
            </a:r>
            <a:endParaRPr lang="en-US" altLang="zh-CN" sz="2000" kern="0" noProof="0">
              <a:ln>
                <a:noFill/>
              </a:ln>
              <a:solidFill>
                <a:schemeClr val="accent2"/>
              </a:solidFill>
              <a:effectLst/>
              <a:uLnTx/>
              <a:sym typeface="+mn-ea"/>
            </a:endParaRPr>
          </a:p>
          <a:p>
            <a:pPr marL="177800" marR="0" lvl="1" indent="0" algn="l" defTabSz="44958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85000"/>
              <a:buFont typeface="Wingdings" panose="05000000000000000000" pitchFamily="2" charset="2"/>
              <a:buNone/>
              <a:defRPr/>
            </a:pPr>
            <a:endParaRPr lang="en-US" altLang="zh-CN" sz="2000" kern="0" noProof="0" smtClean="0">
              <a:ln>
                <a:noFill/>
              </a:ln>
              <a:solidFill>
                <a:schemeClr val="accent2"/>
              </a:solidFill>
              <a:effectLst/>
              <a:uLnTx/>
              <a:latin typeface="Ebrima" panose="02000000000000000000" charset="0"/>
              <a:cs typeface="Ebrima" panose="02000000000000000000" charset="0"/>
              <a:sym typeface="+mn-ea"/>
            </a:endParaRPr>
          </a:p>
          <a:p>
            <a:pPr marL="0" marR="0" lvl="1" indent="0" algn="l" defTabSz="44958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lang="en-US" altLang="zh-CN" sz="2000" kern="0" noProof="0" dirty="0" err="1" smtClean="0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   mkinitramfs</a:t>
            </a:r>
            <a:r>
              <a:rPr lang="en-US" altLang="zh-CN" sz="2000" kern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  </a:t>
            </a:r>
            <a:r>
              <a:rPr lang="en-US" altLang="zh-CN" sz="2000" kern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-o  /boot/initrd.img-2.6.33.3 </a:t>
            </a:r>
            <a:r>
              <a:rPr lang="en-US" altLang="zh-CN" sz="2000" kern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  2.6.33.3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77800" marR="0" lvl="1" indent="0" algn="l" defTabSz="44958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85000"/>
              <a:buFont typeface="Wingdings" panose="05000000000000000000" pitchFamily="2" charset="2"/>
              <a:buNone/>
              <a:defRPr/>
            </a:pPr>
            <a:endParaRPr lang="en-US" altLang="zh-CN" sz="2000" kern="0" noProof="0" smtClean="0">
              <a:ln>
                <a:noFill/>
              </a:ln>
              <a:solidFill>
                <a:schemeClr val="accent2"/>
              </a:solidFill>
              <a:effectLst/>
              <a:uLnTx/>
              <a:latin typeface="Ebrima" panose="02000000000000000000" charset="0"/>
              <a:cs typeface="Ebrima" panose="02000000000000000000" charset="0"/>
              <a:sym typeface="+mn-ea"/>
            </a:endParaRPr>
          </a:p>
          <a:p>
            <a:pPr marL="177800" marR="0" lvl="1" indent="0" algn="l" defTabSz="44958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lang="en-US" altLang="zh-CN" sz="2000" kern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cd </a:t>
            </a:r>
            <a:r>
              <a:rPr lang="en-US" altLang="zh-CN" sz="2000" kern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/</a:t>
            </a:r>
            <a:r>
              <a:rPr lang="en-US" altLang="zh-CN" sz="2000" kern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boot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77800" marR="0" lvl="1" indent="0" algn="l" defTabSz="44958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lang="en-US" altLang="zh-CN" sz="2000" kern="0" noProof="0" dirty="0" err="1" smtClean="0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rm</a:t>
            </a:r>
            <a:r>
              <a:rPr lang="en-US" altLang="zh-CN" sz="2000" kern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   -f   </a:t>
            </a:r>
            <a:r>
              <a:rPr lang="en-US" altLang="zh-CN" sz="2000" kern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sym typeface="+mn-ea"/>
              </a:rPr>
              <a:t>S</a:t>
            </a:r>
            <a:r>
              <a:rPr lang="en-US" altLang="zh-CN" sz="2000" kern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ystem.map</a:t>
            </a:r>
            <a:r>
              <a:rPr lang="en-US" altLang="zh-CN" sz="2000" kern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  </a:t>
            </a:r>
            <a:r>
              <a:rPr lang="en-US" altLang="zh-CN" sz="2000" kern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      </a:t>
            </a:r>
            <a:r>
              <a:rPr lang="en-US" altLang="zh-CN" sz="2000" kern="0" noProof="0" dirty="0" err="1" smtClean="0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vmlinuz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77800" marR="0" lvl="1" indent="0" algn="l" defTabSz="44958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lang="en-US" altLang="zh-CN" sz="2000" kern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 </a:t>
            </a:r>
            <a:r>
              <a:rPr lang="en-US" altLang="zh-CN" sz="2000" kern="0" noProof="0" dirty="0" err="1" smtClean="0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ln</a:t>
            </a:r>
            <a:r>
              <a:rPr lang="en-US" altLang="zh-CN" sz="2000" kern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    -</a:t>
            </a:r>
            <a:r>
              <a:rPr lang="en-US" altLang="zh-CN" sz="2000" kern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s </a:t>
            </a:r>
            <a:r>
              <a:rPr lang="en-US" altLang="zh-CN" sz="2000" kern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  vmlinuz-2.6.33.3    </a:t>
            </a:r>
            <a:r>
              <a:rPr lang="en-US" altLang="zh-CN" sz="2000" kern="0" noProof="0" dirty="0" err="1" smtClean="0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vmlinuz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77800" marR="0" lvl="1" indent="0" algn="l" defTabSz="44958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lang="en-US" altLang="zh-CN" sz="2000" kern="0" noProof="0" dirty="0" err="1" smtClean="0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ln</a:t>
            </a:r>
            <a:r>
              <a:rPr lang="en-US" altLang="zh-CN" sz="2000" kern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    -s   </a:t>
            </a:r>
            <a:r>
              <a:rPr lang="en-US" altLang="zh-CN" sz="2000" kern="0" noProof="0">
                <a:ln>
                  <a:noFill/>
                </a:ln>
                <a:solidFill>
                  <a:srgbClr val="FF0000"/>
                </a:solidFill>
                <a:effectLst/>
                <a:uLnTx/>
                <a:sym typeface="+mn-ea"/>
              </a:rPr>
              <a:t>S</a:t>
            </a:r>
            <a:r>
              <a:rPr lang="en-US" altLang="zh-CN" sz="2000" kern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ystem.map-2.6.33.3 </a:t>
            </a:r>
            <a:r>
              <a:rPr lang="en-US" altLang="zh-CN" sz="2000" kern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    </a:t>
            </a:r>
            <a:r>
              <a:rPr lang="en-US" altLang="zh-CN" sz="2000" kern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sym typeface="+mn-ea"/>
              </a:rPr>
              <a:t>S</a:t>
            </a:r>
            <a:r>
              <a:rPr lang="en-US" altLang="zh-CN" sz="2000" kern="0" noProof="0" dirty="0" err="1" smtClean="0">
                <a:ln>
                  <a:noFill/>
                </a:ln>
                <a:solidFill>
                  <a:schemeClr val="accent2"/>
                </a:solidFill>
                <a:effectLst/>
                <a:uLnTx/>
                <a:sym typeface="+mn-ea"/>
              </a:rPr>
              <a:t>ystem.map</a:t>
            </a:r>
            <a:endParaRPr lang="en-US" altLang="zh-CN" sz="2000" kern="0" noProof="0" dirty="0" err="1" smtClean="0">
              <a:ln>
                <a:noFill/>
              </a:ln>
              <a:solidFill>
                <a:schemeClr val="accent2"/>
              </a:solidFill>
              <a:effectLst/>
              <a:uLnTx/>
              <a:sym typeface="+mn-ea"/>
            </a:endParaRPr>
          </a:p>
          <a:p>
            <a:pPr marL="177800" marR="0" lvl="1" indent="0" algn="l" defTabSz="44958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85000"/>
              <a:buFont typeface="Wingdings" panose="05000000000000000000" pitchFamily="2" charset="2"/>
              <a:buNone/>
              <a:defRPr/>
            </a:pPr>
            <a:endParaRPr kumimoji="0" lang="en-US" altLang="zh-CN" sz="2000" i="0" u="none" strike="noStrike" kern="0" cap="none" spc="0" normalizeH="0" baseline="0" noProof="0" dirty="0" err="1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Ebrima" panose="02000000000000000000" charset="0"/>
              <a:ea typeface="+mn-ea"/>
              <a:cs typeface="Ebrima" panose="02000000000000000000" charset="0"/>
              <a:sym typeface="+mn-ea"/>
            </a:endParaRPr>
          </a:p>
          <a:p>
            <a:pPr marL="0" marR="0" lvl="1" indent="0" algn="l" defTabSz="44958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85000"/>
              <a:buFont typeface="Wingdings" panose="05000000000000000000" pitchFamily="2" charset="2"/>
              <a:buNone/>
              <a:defRPr/>
            </a:pPr>
            <a:endParaRPr kumimoji="0" lang="en-US" altLang="zh-CN" sz="2000" i="0" u="none" strike="noStrike" kern="0" cap="none" spc="0" normalizeH="0" baseline="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Ebrima" panose="02000000000000000000" charset="0"/>
              <a:ea typeface="+mn-ea"/>
              <a:cs typeface="Ebrima" panose="02000000000000000000" charset="0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4215" y="4676775"/>
            <a:ext cx="2076450" cy="4381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4900" y="3197225"/>
            <a:ext cx="4200525" cy="4095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4965" y="1751965"/>
            <a:ext cx="2933700" cy="447675"/>
          </a:xfrm>
          <a:prstGeom prst="rect">
            <a:avLst/>
          </a:prstGeom>
        </p:spPr>
      </p:pic>
      <p:cxnSp>
        <p:nvCxnSpPr>
          <p:cNvPr id="8" name="直接箭头连接符 7"/>
          <p:cNvCxnSpPr>
            <a:endCxn id="7" idx="1"/>
          </p:cNvCxnSpPr>
          <p:nvPr/>
        </p:nvCxnSpPr>
        <p:spPr>
          <a:xfrm flipV="1">
            <a:off x="7670800" y="1976120"/>
            <a:ext cx="304165" cy="3048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>
            <a:stCxn id="13" idx="3"/>
          </p:cNvCxnSpPr>
          <p:nvPr/>
        </p:nvCxnSpPr>
        <p:spPr>
          <a:xfrm>
            <a:off x="5803900" y="3340100"/>
            <a:ext cx="1562100" cy="508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5105400" y="4826000"/>
            <a:ext cx="2044700" cy="508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圆角矩形 11"/>
          <p:cNvSpPr/>
          <p:nvPr/>
        </p:nvSpPr>
        <p:spPr>
          <a:xfrm>
            <a:off x="342900" y="1498600"/>
            <a:ext cx="7213600" cy="1308100"/>
          </a:xfrm>
          <a:prstGeom prst="round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381000" y="3048000"/>
            <a:ext cx="5422900" cy="584200"/>
          </a:xfrm>
          <a:prstGeom prst="round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292100" y="3924300"/>
            <a:ext cx="4749800" cy="1663700"/>
          </a:xfrm>
          <a:prstGeom prst="round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4320" y="274320"/>
            <a:ext cx="3757295" cy="113919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0665" y="3632200"/>
            <a:ext cx="2724785" cy="29438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87960" y="198120"/>
            <a:ext cx="11816080" cy="646176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240" y="5258435"/>
            <a:ext cx="7014845" cy="1232535"/>
          </a:xfrm>
          <a:prstGeom prst="rect">
            <a:avLst/>
          </a:prstGeom>
        </p:spPr>
      </p:pic>
      <p:sp>
        <p:nvSpPr>
          <p:cNvPr id="5" name="标题 1"/>
          <p:cNvSpPr txBox="1"/>
          <p:nvPr/>
        </p:nvSpPr>
        <p:spPr>
          <a:xfrm>
            <a:off x="274320" y="276860"/>
            <a:ext cx="11643360" cy="630428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457200" y="452120"/>
            <a:ext cx="6953885" cy="60382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96240" y="367030"/>
            <a:ext cx="11399520" cy="6123940"/>
          </a:xfrm>
          <a:prstGeom prst="rect">
            <a:avLst/>
          </a:prstGeom>
          <a:solidFill>
            <a:schemeClr val="bg1">
              <a:alpha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40" y="443230"/>
            <a:ext cx="6736715" cy="4733290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" y="388620"/>
            <a:ext cx="8120380" cy="504317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rcRect t="24471" r="1049" b="37787"/>
          <a:stretch>
            <a:fillRect/>
          </a:stretch>
        </p:blipFill>
        <p:spPr>
          <a:xfrm>
            <a:off x="5985510" y="622300"/>
            <a:ext cx="5749290" cy="39370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7133590" y="927100"/>
            <a:ext cx="45377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系统调用失败:功能未实现</a:t>
            </a: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rcRect t="16624" r="3173" b="13811"/>
          <a:stretch>
            <a:fillRect/>
          </a:stretch>
        </p:blipFill>
        <p:spPr>
          <a:xfrm>
            <a:off x="7465060" y="4806950"/>
            <a:ext cx="3875405" cy="8636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rcRect t="38081" r="-50"/>
          <a:stretch>
            <a:fillRect/>
          </a:stretch>
        </p:blipFill>
        <p:spPr>
          <a:xfrm>
            <a:off x="6004560" y="1391285"/>
            <a:ext cx="5685790" cy="579755"/>
          </a:xfrm>
          <a:prstGeom prst="rect">
            <a:avLst/>
          </a:prstGeom>
        </p:spPr>
      </p:pic>
      <p:sp>
        <p:nvSpPr>
          <p:cNvPr id="19" name="标题 1"/>
          <p:cNvSpPr txBox="1"/>
          <p:nvPr/>
        </p:nvSpPr>
        <p:spPr>
          <a:xfrm>
            <a:off x="5216525" y="388620"/>
            <a:ext cx="657225" cy="65786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90000">
                <a:schemeClr val="accent1"/>
              </a:gs>
            </a:gsLst>
            <a:lin ang="2700000" scaled="0"/>
          </a:gradFill>
          <a:ln w="12700" cap="sq">
            <a:noFill/>
            <a:miter/>
          </a:ln>
          <a:effectLst>
            <a:outerShdw blurRad="76200" dist="50800" dir="2700000" algn="ctr" rotWithShape="0">
              <a:schemeClr val="accent1">
                <a:lumMod val="75000"/>
                <a:alpha val="30000"/>
              </a:schemeClr>
            </a:outerShdw>
          </a:effectLst>
        </p:spPr>
        <p:txBody>
          <a:bodyPr vert="horz" wrap="square" lIns="91440" tIns="45720" rIns="91440" bIns="45720" rtlCol="0" anchor="ctr"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>
            <a:off x="5142865" y="452755"/>
            <a:ext cx="842645" cy="56324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p>
            <a:pPr algn="ctr">
              <a:lnSpc>
                <a:spcPct val="110000"/>
              </a:lnSpc>
            </a:pPr>
            <a:r>
              <a:rPr kumimoji="1" lang="zh-CN" altLang="en-US">
                <a:solidFill>
                  <a:srgbClr val="FF0000"/>
                </a:solidFill>
              </a:rPr>
              <a:t>错误</a:t>
            </a:r>
            <a:endParaRPr kumimoji="1" lang="zh-CN" altLang="en-US">
              <a:solidFill>
                <a:srgbClr val="FF0000"/>
              </a:solidFill>
            </a:endParaRPr>
          </a:p>
        </p:txBody>
      </p:sp>
      <p:sp>
        <p:nvSpPr>
          <p:cNvPr id="20" name="标题 1"/>
          <p:cNvSpPr txBox="1"/>
          <p:nvPr/>
        </p:nvSpPr>
        <p:spPr>
          <a:xfrm>
            <a:off x="5235575" y="1383665"/>
            <a:ext cx="657225" cy="65786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90000">
                <a:schemeClr val="accent1"/>
              </a:gs>
            </a:gsLst>
            <a:lin ang="2700000" scaled="0"/>
          </a:gradFill>
          <a:ln w="12700" cap="sq">
            <a:noFill/>
            <a:miter/>
          </a:ln>
          <a:effectLst>
            <a:outerShdw blurRad="76200" dist="50800" dir="2700000" algn="ctr" rotWithShape="0">
              <a:schemeClr val="accent1">
                <a:lumMod val="75000"/>
                <a:alpha val="30000"/>
              </a:schemeClr>
            </a:outerShdw>
          </a:effectLst>
        </p:spPr>
        <p:txBody>
          <a:bodyPr vert="horz" wrap="square" lIns="91440" tIns="45720" rIns="91440" bIns="45720" rtlCol="0" anchor="ctr"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5161915" y="1447800"/>
            <a:ext cx="842645" cy="56324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p>
            <a:pPr algn="ctr">
              <a:lnSpc>
                <a:spcPct val="110000"/>
              </a:lnSpc>
            </a:pPr>
            <a:r>
              <a:rPr kumimoji="1" lang="zh-CN" altLang="en-US">
                <a:solidFill>
                  <a:srgbClr val="FF0000"/>
                </a:solidFill>
              </a:rPr>
              <a:t>错误</a:t>
            </a:r>
            <a:endParaRPr kumimoji="1" lang="zh-CN" altLang="en-US">
              <a:solidFill>
                <a:srgbClr val="FF0000"/>
              </a:solidFill>
            </a:endParaRPr>
          </a:p>
        </p:txBody>
      </p:sp>
      <p:sp>
        <p:nvSpPr>
          <p:cNvPr id="23" name="标题 1"/>
          <p:cNvSpPr txBox="1"/>
          <p:nvPr/>
        </p:nvSpPr>
        <p:spPr>
          <a:xfrm>
            <a:off x="5847715" y="5670550"/>
            <a:ext cx="657225" cy="65786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90000">
                <a:schemeClr val="accent1"/>
              </a:gs>
            </a:gsLst>
            <a:lin ang="2700000" scaled="0"/>
          </a:gradFill>
          <a:ln w="12700" cap="sq">
            <a:noFill/>
            <a:miter/>
          </a:ln>
          <a:effectLst>
            <a:outerShdw blurRad="76200" dist="50800" dir="2700000" algn="ctr" rotWithShape="0">
              <a:schemeClr val="accent1">
                <a:lumMod val="75000"/>
                <a:alpha val="30000"/>
              </a:schemeClr>
            </a:outerShdw>
          </a:effectLst>
        </p:spPr>
        <p:txBody>
          <a:bodyPr vert="horz" wrap="square" lIns="91440" tIns="45720" rIns="91440" bIns="45720" rtlCol="0" anchor="ctr"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5774055" y="5734685"/>
            <a:ext cx="774700" cy="56324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p>
            <a:pPr algn="ctr">
              <a:lnSpc>
                <a:spcPct val="110000"/>
              </a:lnSpc>
            </a:pPr>
            <a:r>
              <a:rPr kumimoji="1" lang="zh-CN" altLang="en-US">
                <a:solidFill>
                  <a:schemeClr val="bg1"/>
                </a:solidFill>
              </a:rPr>
              <a:t>调用</a:t>
            </a:r>
            <a:endParaRPr kumimoji="1" lang="zh-CN" altLang="en-US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kumimoji="1" lang="zh-CN" altLang="en-US">
                <a:solidFill>
                  <a:schemeClr val="bg1"/>
                </a:solidFill>
              </a:rPr>
              <a:t>成功</a:t>
            </a:r>
            <a:endParaRPr kumimoji="1" lang="zh-CN" altLang="en-US">
              <a:solidFill>
                <a:schemeClr val="bg1"/>
              </a:soli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6240" y="5258435"/>
            <a:ext cx="5337175" cy="12325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flipV="1">
            <a:off x="-1" y="0"/>
            <a:ext cx="12192000" cy="4618299"/>
          </a:xfrm>
          <a:prstGeom prst="round1Rect">
            <a:avLst>
              <a:gd name="adj" fmla="val 16918"/>
            </a:avLst>
          </a:prstGeom>
          <a:gradFill>
            <a:gsLst>
              <a:gs pos="100000">
                <a:schemeClr val="accent1">
                  <a:lumMod val="29000"/>
                  <a:lumOff val="71000"/>
                  <a:alpha val="7000"/>
                </a:schemeClr>
              </a:gs>
              <a:gs pos="0">
                <a:schemeClr val="accent1"/>
              </a:gs>
            </a:gsLst>
            <a:lin ang="18900000" scaled="0"/>
          </a:gra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8309318" y="1219993"/>
            <a:ext cx="3355357" cy="101566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r">
              <a:lnSpc>
                <a:spcPct val="110000"/>
              </a:lnSpc>
            </a:pPr>
            <a:endParaRPr kumimoji="1" lang="zh-CN" altLang="en-US" sz="6000">
              <a:ln w="12700">
                <a:solidFill>
                  <a:srgbClr val="FFFFFF">
                    <a:alpha val="100000"/>
                  </a:srgbClr>
                </a:solidFill>
              </a:ln>
              <a:noFill/>
              <a:latin typeface="OPPOSans H" panose="00020600040101010101" charset="-122"/>
              <a:ea typeface="OPPOSans H" panose="00020600040101010101" charset="-122"/>
              <a:cs typeface="OPPOSans H" panose="00020600040101010101" charset="-122"/>
            </a:endParaRPr>
          </a:p>
        </p:txBody>
      </p:sp>
      <p:sp>
        <p:nvSpPr>
          <p:cNvPr id="14" name="标题 1"/>
          <p:cNvSpPr txBox="1"/>
          <p:nvPr/>
        </p:nvSpPr>
        <p:spPr>
          <a:xfrm>
            <a:off x="273961" y="417233"/>
            <a:ext cx="856526" cy="856526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8000">
                <a:schemeClr val="accent1"/>
              </a:gs>
            </a:gsLst>
            <a:lin ang="135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5913901" y="1363619"/>
            <a:ext cx="364198" cy="364198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8000">
                <a:schemeClr val="accent1"/>
              </a:gs>
            </a:gsLst>
            <a:lin ang="135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11229050" y="6134100"/>
            <a:ext cx="962951" cy="723900"/>
          </a:xfrm>
          <a:custGeom>
            <a:avLst/>
            <a:gdLst>
              <a:gd name="connsiteX0" fmla="*/ 775119 w 962951"/>
              <a:gd name="connsiteY0" fmla="*/ 0 h 723900"/>
              <a:gd name="connsiteX1" fmla="*/ 932490 w 962951"/>
              <a:gd name="connsiteY1" fmla="*/ 15864 h 723900"/>
              <a:gd name="connsiteX2" fmla="*/ 962951 w 962951"/>
              <a:gd name="connsiteY2" fmla="*/ 25320 h 723900"/>
              <a:gd name="connsiteX3" fmla="*/ 962951 w 962951"/>
              <a:gd name="connsiteY3" fmla="*/ 401252 h 723900"/>
              <a:gd name="connsiteX4" fmla="*/ 940606 w 962951"/>
              <a:gd name="connsiteY4" fmla="*/ 389123 h 723900"/>
              <a:gd name="connsiteX5" fmla="*/ 775119 w 962951"/>
              <a:gd name="connsiteY5" fmla="*/ 355713 h 723900"/>
              <a:gd name="connsiteX6" fmla="*/ 358608 w 962951"/>
              <a:gd name="connsiteY6" fmla="*/ 695179 h 723900"/>
              <a:gd name="connsiteX7" fmla="*/ 355713 w 962951"/>
              <a:gd name="connsiteY7" fmla="*/ 723900 h 723900"/>
              <a:gd name="connsiteX8" fmla="*/ 0 w 962951"/>
              <a:gd name="connsiteY8" fmla="*/ 723900 h 723900"/>
              <a:gd name="connsiteX9" fmla="*/ 10122 w 962951"/>
              <a:gd name="connsiteY9" fmla="*/ 623490 h 723900"/>
              <a:gd name="connsiteX10" fmla="*/ 775119 w 962951"/>
              <a:gd name="connsiteY10" fmla="*/ 0 h 723900"/>
            </a:gdLst>
            <a:ahLst/>
            <a:cxnLst/>
            <a:rect l="l" t="t" r="r" b="b"/>
            <a:pathLst>
              <a:path w="962951" h="723900">
                <a:moveTo>
                  <a:pt x="775119" y="0"/>
                </a:moveTo>
                <a:cubicBezTo>
                  <a:pt x="829026" y="0"/>
                  <a:pt x="881658" y="5463"/>
                  <a:pt x="932490" y="15864"/>
                </a:cubicBezTo>
                <a:lnTo>
                  <a:pt x="962951" y="25320"/>
                </a:lnTo>
                <a:lnTo>
                  <a:pt x="962951" y="401252"/>
                </a:lnTo>
                <a:lnTo>
                  <a:pt x="940606" y="389123"/>
                </a:lnTo>
                <a:cubicBezTo>
                  <a:pt x="889742" y="367610"/>
                  <a:pt x="833820" y="355713"/>
                  <a:pt x="775119" y="355713"/>
                </a:cubicBezTo>
                <a:cubicBezTo>
                  <a:pt x="569666" y="355713"/>
                  <a:pt x="398252" y="501446"/>
                  <a:pt x="358608" y="695179"/>
                </a:cubicBezTo>
                <a:lnTo>
                  <a:pt x="355713" y="723900"/>
                </a:lnTo>
                <a:lnTo>
                  <a:pt x="0" y="723900"/>
                </a:lnTo>
                <a:lnTo>
                  <a:pt x="10122" y="623490"/>
                </a:lnTo>
                <a:cubicBezTo>
                  <a:pt x="82935" y="267665"/>
                  <a:pt x="397768" y="0"/>
                  <a:pt x="775119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91000">
                <a:schemeClr val="accent1"/>
              </a:gs>
            </a:gsLst>
            <a:lin ang="135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cxnSp>
        <p:nvCxnSpPr>
          <p:cNvPr id="26" name="标题 1"/>
          <p:cNvCxnSpPr/>
          <p:nvPr/>
        </p:nvCxnSpPr>
        <p:spPr>
          <a:xfrm>
            <a:off x="9158748" y="4906313"/>
            <a:ext cx="1513476" cy="0"/>
          </a:xfrm>
          <a:prstGeom prst="straightConnector1">
            <a:avLst/>
          </a:prstGeom>
          <a:noFill/>
          <a:ln w="6350" cap="sq">
            <a:solidFill>
              <a:schemeClr val="bg1"/>
            </a:solidFill>
            <a:miter/>
            <a:tailEnd type="triangle"/>
          </a:ln>
        </p:spPr>
      </p:cxnSp>
      <p:sp>
        <p:nvSpPr>
          <p:cNvPr id="27" name="标题 1"/>
          <p:cNvSpPr txBox="1"/>
          <p:nvPr/>
        </p:nvSpPr>
        <p:spPr>
          <a:xfrm>
            <a:off x="4232132" y="5028681"/>
            <a:ext cx="2063894" cy="482449"/>
          </a:xfrm>
          <a:prstGeom prst="roundRect">
            <a:avLst>
              <a:gd name="adj" fmla="val 50000"/>
            </a:avLst>
          </a:prstGeom>
          <a:noFill/>
          <a:ln w="12700" cap="sq">
            <a:solidFill>
              <a:schemeClr val="accent2"/>
            </a:solidFill>
            <a:miter/>
          </a:ln>
        </p:spPr>
        <p:txBody>
          <a:bodyPr vert="horz" wrap="square" lIns="91440" tIns="45720" rIns="91440" bIns="45720" rtlCol="0" anchor="ctr"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496061" y="5040746"/>
            <a:ext cx="2063894" cy="482449"/>
          </a:xfrm>
          <a:prstGeom prst="roundRect">
            <a:avLst>
              <a:gd name="adj" fmla="val 50000"/>
            </a:avLst>
          </a:prstGeom>
          <a:noFill/>
          <a:ln w="12700" cap="sq">
            <a:solidFill>
              <a:schemeClr val="accent2"/>
            </a:solidFill>
            <a:miter/>
          </a:ln>
        </p:spPr>
        <p:txBody>
          <a:bodyPr vert="horz" wrap="square" lIns="91440" tIns="45720" rIns="91440" bIns="45720" rtlCol="0" anchor="ctr"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 rot="20640000">
            <a:off x="847517" y="5016950"/>
            <a:ext cx="544010" cy="544010"/>
          </a:xfrm>
          <a:prstGeom prst="ellipse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68000">
                <a:schemeClr val="accent2"/>
              </a:gs>
            </a:gsLst>
            <a:lin ang="18900000" scaled="0"/>
          </a:gradFill>
          <a:ln w="12700" cap="sq">
            <a:noFill/>
            <a:miter/>
          </a:ln>
          <a:effectLst>
            <a:outerShdw blurRad="215900" dist="38100" dir="2700000" algn="tl" rotWithShape="0">
              <a:schemeClr val="accent2">
                <a:lumMod val="75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991038" y="5159354"/>
            <a:ext cx="255698" cy="276983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ahLst/>
            <a:cxnLst/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p>
            <a:pPr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1633855" y="5134610"/>
            <a:ext cx="1696720" cy="33845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p>
            <a:pPr algn="r">
              <a:lnSpc>
                <a:spcPct val="110000"/>
              </a:lnSpc>
            </a:pPr>
            <a:r>
              <a:rPr kumimoji="1" lang="zh-CN" altLang="en-US" sz="1600">
                <a:solidFill>
                  <a:srgbClr val="262626">
                    <a:alpha val="100000"/>
                  </a:srgbClr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小组</a:t>
            </a:r>
            <a:r>
              <a:rPr kumimoji="1" lang="en-US" altLang="zh-CN" sz="1600">
                <a:solidFill>
                  <a:srgbClr val="262626">
                    <a:alpha val="100000"/>
                  </a:srgbClr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：</a:t>
            </a:r>
            <a:r>
              <a:rPr kumimoji="1" lang="zh-CN" altLang="en-US" sz="1600">
                <a:solidFill>
                  <a:srgbClr val="262626">
                    <a:alpha val="100000"/>
                  </a:srgbClr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第</a:t>
            </a:r>
            <a:r>
              <a:rPr kumimoji="1" lang="en-US" altLang="zh-CN" sz="1600">
                <a:solidFill>
                  <a:srgbClr val="262626">
                    <a:alpha val="100000"/>
                  </a:srgbClr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 1 </a:t>
            </a:r>
            <a:r>
              <a:rPr kumimoji="1" lang="zh-CN" altLang="en-US" sz="1600">
                <a:solidFill>
                  <a:srgbClr val="262626">
                    <a:alpha val="100000"/>
                  </a:srgbClr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组</a:t>
            </a:r>
            <a:endParaRPr kumimoji="1" lang="zh-CN" altLang="en-US" sz="1600">
              <a:solidFill>
                <a:srgbClr val="262626">
                  <a:alpha val="100000"/>
                </a:srgbClr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32" name="标题 1"/>
          <p:cNvSpPr txBox="1"/>
          <p:nvPr/>
        </p:nvSpPr>
        <p:spPr>
          <a:xfrm>
            <a:off x="4088130" y="5100955"/>
            <a:ext cx="2005330" cy="33845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p>
            <a:pPr algn="r">
              <a:lnSpc>
                <a:spcPct val="110000"/>
              </a:lnSpc>
            </a:pPr>
            <a:r>
              <a:rPr kumimoji="1" lang="zh-CN" altLang="en-US" sz="1600">
                <a:solidFill>
                  <a:srgbClr val="262626">
                    <a:alpha val="100000"/>
                  </a:srgbClr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指导老师</a:t>
            </a:r>
            <a:r>
              <a:rPr kumimoji="1" lang="en-US" altLang="zh-CN" sz="1600">
                <a:solidFill>
                  <a:srgbClr val="262626">
                    <a:alpha val="100000"/>
                  </a:srgbClr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：</a:t>
            </a:r>
            <a:r>
              <a:rPr kumimoji="1" lang="zh-CN" altLang="en-US" sz="1600">
                <a:solidFill>
                  <a:srgbClr val="262626">
                    <a:alpha val="100000"/>
                  </a:srgbClr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黄天信</a:t>
            </a:r>
            <a:endParaRPr kumimoji="1" lang="zh-CN" altLang="en-US" sz="1600">
              <a:solidFill>
                <a:srgbClr val="262626">
                  <a:alpha val="100000"/>
                </a:srgbClr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824322" y="688531"/>
            <a:ext cx="10728776" cy="5606859"/>
          </a:xfrm>
          <a:prstGeom prst="roundRect">
            <a:avLst>
              <a:gd name="adj" fmla="val 6369"/>
            </a:avLst>
          </a:prstGeom>
          <a:solidFill>
            <a:schemeClr val="tx1">
              <a:lumMod val="65000"/>
              <a:lumOff val="35000"/>
              <a:alpha val="5000"/>
            </a:schemeClr>
          </a:solidFill>
          <a:ln w="22225" cap="sq">
            <a:solidFill>
              <a:schemeClr val="bg1"/>
            </a:solidFill>
            <a:miter/>
          </a:ln>
          <a:effectLst>
            <a:outerShdw blurRad="330200" dist="38100" dir="2700000" algn="tl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970515" y="1484492"/>
            <a:ext cx="5016265" cy="29778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p>
            <a:pPr algn="l">
              <a:lnSpc>
                <a:spcPct val="130000"/>
              </a:lnSpc>
            </a:pPr>
            <a:r>
              <a:rPr kumimoji="1" lang="en-US" altLang="zh-CN" sz="15000">
                <a:ln w="12700">
                  <a:noFill/>
                </a:ln>
                <a:solidFill>
                  <a:srgbClr val="6941DB">
                    <a:alpha val="22000"/>
                  </a:srgbClr>
                </a:solidFill>
                <a:latin typeface="Dream-XinCuSongGB" panose="02010604000000000000" charset="-122"/>
                <a:ea typeface="Dream-XinCuSongGB" panose="02010604000000000000" charset="-122"/>
                <a:cs typeface="Dream-XinCuSongGB" panose="02010604000000000000" charset="-122"/>
              </a:rPr>
              <a:t>2024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1071880" y="1417955"/>
            <a:ext cx="3308985" cy="30448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p>
            <a:pPr algn="l">
              <a:lnSpc>
                <a:spcPct val="130000"/>
              </a:lnSpc>
            </a:pPr>
            <a:r>
              <a:rPr kumimoji="1" lang="en-US" altLang="zh-CN" sz="4800" b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Dream-XinCuSongGB" panose="02010604000000000000" charset="-122"/>
              </a:rPr>
              <a:t>谢谢大家</a:t>
            </a:r>
            <a:endParaRPr kumimoji="1"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6584125" y="1687691"/>
            <a:ext cx="5553341" cy="49801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4f9787be-4ad9-4dc0-ac66-707d9cc7bbea}"/>
  <p:tag name="TABLE_ENDDRAG_ORIGIN_RECT" val="124*142"/>
  <p:tag name="TABLE_ENDDRAG_RECT" val="30*363*124*142"/>
</p:tagLst>
</file>

<file path=ppt/tags/tag2.xml><?xml version="1.0" encoding="utf-8"?>
<p:tagLst xmlns:p="http://schemas.openxmlformats.org/presentationml/2006/main">
  <p:tag name="COMMONDATA" val="eyJoZGlkIjoiYmIxYzVlM2RlYjNkYzc1MWJjODFjZTYxMWRmMjRlMzcifQ=="/>
  <p:tag name="KSO_WPP_MARK_KEY" val="9da5a271-af52-4b99-ad0d-3704017c5de4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955</Words>
  <Application>WPS 演示</Application>
  <PresentationFormat>宽屏</PresentationFormat>
  <Paragraphs>90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8</vt:i4>
      </vt:variant>
    </vt:vector>
  </HeadingPairs>
  <TitlesOfParts>
    <vt:vector size="25" baseType="lpstr">
      <vt:lpstr>Arial</vt:lpstr>
      <vt:lpstr>宋体</vt:lpstr>
      <vt:lpstr>Wingdings</vt:lpstr>
      <vt:lpstr>OPPOSans H</vt:lpstr>
      <vt:lpstr>华文新魏</vt:lpstr>
      <vt:lpstr>OPPOSans R</vt:lpstr>
      <vt:lpstr>楷体_GB2312</vt:lpstr>
      <vt:lpstr>新宋体</vt:lpstr>
      <vt:lpstr>微软雅黑</vt:lpstr>
      <vt:lpstr>Ebrima</vt:lpstr>
      <vt:lpstr>Dream-XinCuSongGB</vt:lpstr>
      <vt:lpstr>Calibri</vt:lpstr>
      <vt:lpstr>Arial Unicode MS</vt:lpstr>
      <vt:lpstr>Office 主题</vt:lpstr>
      <vt:lpstr>1_Office 主题</vt:lpstr>
      <vt:lpstr>2_Office 主题</vt:lpstr>
      <vt:lpstr>3_Office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</dc:creator>
  <cp:lastModifiedBy>叶志挺</cp:lastModifiedBy>
  <cp:revision>7</cp:revision>
  <dcterms:created xsi:type="dcterms:W3CDTF">2024-12-26T08:00:00Z</dcterms:created>
  <dcterms:modified xsi:type="dcterms:W3CDTF">2026-08-21T16:26:16Z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89453DBCBCF04861A5162B48A5593D3F</vt:lpwstr>
  </property>
  <property fmtid="{D5CDD505-2E9C-101B-9397-08002B2CF9AE}" pid="3" name="KSOProductBuildVer">
    <vt:lpwstr>2052-12.1.0.21915</vt:lpwstr>
  </property>
</Properties>
</file>